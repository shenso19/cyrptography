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3397F6-1806-47F5-882A-7A89B01687DA}" v="3" dt="2026-07-07T20:31:59.2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yler Henson" userId="a0573d23-d9e2-4931-8339-45d925b40ccf" providerId="ADAL" clId="{B6E08FF3-F29B-4344-8099-6D6FA1C1B0CD}"/>
    <pc:docChg chg="undo custSel delSld modSld">
      <pc:chgData name="Tyler Henson" userId="a0573d23-d9e2-4931-8339-45d925b40ccf" providerId="ADAL" clId="{B6E08FF3-F29B-4344-8099-6D6FA1C1B0CD}" dt="2026-07-07T20:31:59.213" v="874" actId="20577"/>
      <pc:docMkLst>
        <pc:docMk/>
      </pc:docMkLst>
      <pc:sldChg chg="addSp delSp modSp mod setBg addAnim">
        <pc:chgData name="Tyler Henson" userId="a0573d23-d9e2-4931-8339-45d925b40ccf" providerId="ADAL" clId="{B6E08FF3-F29B-4344-8099-6D6FA1C1B0CD}" dt="2026-07-07T11:22:07.424" v="413"/>
        <pc:sldMkLst>
          <pc:docMk/>
          <pc:sldMk cId="1781584702" sldId="256"/>
        </pc:sldMkLst>
        <pc:spChg chg="mod">
          <ac:chgData name="Tyler Henson" userId="a0573d23-d9e2-4931-8339-45d925b40ccf" providerId="ADAL" clId="{B6E08FF3-F29B-4344-8099-6D6FA1C1B0CD}" dt="2026-07-07T11:22:07.424" v="412" actId="26606"/>
          <ac:spMkLst>
            <pc:docMk/>
            <pc:sldMk cId="1781584702" sldId="256"/>
            <ac:spMk id="2" creationId="{40B2221D-D4F0-8E1A-5010-8D58918D9488}"/>
          </ac:spMkLst>
        </pc:spChg>
        <pc:spChg chg="del">
          <ac:chgData name="Tyler Henson" userId="a0573d23-d9e2-4931-8339-45d925b40ccf" providerId="ADAL" clId="{B6E08FF3-F29B-4344-8099-6D6FA1C1B0CD}" dt="2026-07-07T11:22:04.834" v="411" actId="478"/>
          <ac:spMkLst>
            <pc:docMk/>
            <pc:sldMk cId="1781584702" sldId="256"/>
            <ac:spMk id="3" creationId="{234F05AE-F5F6-4F9F-6AA7-0B786A3604D0}"/>
          </ac:spMkLst>
        </pc:spChg>
        <pc:spChg chg="add">
          <ac:chgData name="Tyler Henson" userId="a0573d23-d9e2-4931-8339-45d925b40ccf" providerId="ADAL" clId="{B6E08FF3-F29B-4344-8099-6D6FA1C1B0CD}" dt="2026-07-07T11:22:07.424" v="412" actId="26606"/>
          <ac:spMkLst>
            <pc:docMk/>
            <pc:sldMk cId="1781584702" sldId="256"/>
            <ac:spMk id="7" creationId="{6F5A5072-7B47-4D32-B52A-4EBBF590B8A5}"/>
          </ac:spMkLst>
        </pc:spChg>
        <pc:spChg chg="add">
          <ac:chgData name="Tyler Henson" userId="a0573d23-d9e2-4931-8339-45d925b40ccf" providerId="ADAL" clId="{B6E08FF3-F29B-4344-8099-6D6FA1C1B0CD}" dt="2026-07-07T11:22:07.424" v="412" actId="26606"/>
          <ac:spMkLst>
            <pc:docMk/>
            <pc:sldMk cId="1781584702" sldId="256"/>
            <ac:spMk id="9" creationId="{9715DAF0-AE1B-46C9-8A6B-DB2AA05AB91D}"/>
          </ac:spMkLst>
        </pc:spChg>
        <pc:spChg chg="add">
          <ac:chgData name="Tyler Henson" userId="a0573d23-d9e2-4931-8339-45d925b40ccf" providerId="ADAL" clId="{B6E08FF3-F29B-4344-8099-6D6FA1C1B0CD}" dt="2026-07-07T11:22:07.424" v="412" actId="26606"/>
          <ac:spMkLst>
            <pc:docMk/>
            <pc:sldMk cId="1781584702" sldId="256"/>
            <ac:spMk id="11" creationId="{6016219D-510E-4184-9090-6D5578A87BD1}"/>
          </ac:spMkLst>
        </pc:spChg>
        <pc:spChg chg="add">
          <ac:chgData name="Tyler Henson" userId="a0573d23-d9e2-4931-8339-45d925b40ccf" providerId="ADAL" clId="{B6E08FF3-F29B-4344-8099-6D6FA1C1B0CD}" dt="2026-07-07T11:22:07.424" v="412" actId="26606"/>
          <ac:spMkLst>
            <pc:docMk/>
            <pc:sldMk cId="1781584702" sldId="256"/>
            <ac:spMk id="13" creationId="{AFF4A713-7B75-4B21-90D7-5AB19547C728}"/>
          </ac:spMkLst>
        </pc:spChg>
        <pc:spChg chg="add">
          <ac:chgData name="Tyler Henson" userId="a0573d23-d9e2-4931-8339-45d925b40ccf" providerId="ADAL" clId="{B6E08FF3-F29B-4344-8099-6D6FA1C1B0CD}" dt="2026-07-07T11:22:07.424" v="412" actId="26606"/>
          <ac:spMkLst>
            <pc:docMk/>
            <pc:sldMk cId="1781584702" sldId="256"/>
            <ac:spMk id="15" creationId="{DC631C0B-6DA6-4E57-8231-CE32B3434A7E}"/>
          </ac:spMkLst>
        </pc:spChg>
        <pc:spChg chg="add">
          <ac:chgData name="Tyler Henson" userId="a0573d23-d9e2-4931-8339-45d925b40ccf" providerId="ADAL" clId="{B6E08FF3-F29B-4344-8099-6D6FA1C1B0CD}" dt="2026-07-07T11:22:07.424" v="412" actId="26606"/>
          <ac:spMkLst>
            <pc:docMk/>
            <pc:sldMk cId="1781584702" sldId="256"/>
            <ac:spMk id="17" creationId="{C29501E6-A978-4A61-9689-9085AF97A53A}"/>
          </ac:spMkLst>
        </pc:spChg>
      </pc:sldChg>
      <pc:sldChg chg="addSp delSp modSp mod setBg">
        <pc:chgData name="Tyler Henson" userId="a0573d23-d9e2-4931-8339-45d925b40ccf" providerId="ADAL" clId="{B6E08FF3-F29B-4344-8099-6D6FA1C1B0CD}" dt="2026-07-06T19:56:15.985" v="380" actId="26606"/>
        <pc:sldMkLst>
          <pc:docMk/>
          <pc:sldMk cId="931259958" sldId="257"/>
        </pc:sldMkLst>
        <pc:spChg chg="mod">
          <ac:chgData name="Tyler Henson" userId="a0573d23-d9e2-4931-8339-45d925b40ccf" providerId="ADAL" clId="{B6E08FF3-F29B-4344-8099-6D6FA1C1B0CD}" dt="2026-07-06T19:56:15.985" v="380" actId="26606"/>
          <ac:spMkLst>
            <pc:docMk/>
            <pc:sldMk cId="931259958" sldId="257"/>
            <ac:spMk id="2" creationId="{2AFC0AA9-D58E-E097-4871-533FDD7FE812}"/>
          </ac:spMkLst>
        </pc:spChg>
        <pc:spChg chg="mod">
          <ac:chgData name="Tyler Henson" userId="a0573d23-d9e2-4931-8339-45d925b40ccf" providerId="ADAL" clId="{B6E08FF3-F29B-4344-8099-6D6FA1C1B0CD}" dt="2026-07-06T19:56:15.985" v="380" actId="26606"/>
          <ac:spMkLst>
            <pc:docMk/>
            <pc:sldMk cId="931259958" sldId="257"/>
            <ac:spMk id="3" creationId="{4FAE7EC5-6394-F7B2-7560-3619D6D46685}"/>
          </ac:spMkLst>
        </pc:spChg>
        <pc:spChg chg="del">
          <ac:chgData name="Tyler Henson" userId="a0573d23-d9e2-4931-8339-45d925b40ccf" providerId="ADAL" clId="{B6E08FF3-F29B-4344-8099-6D6FA1C1B0CD}" dt="2026-07-06T19:56:13.299" v="379" actId="478"/>
          <ac:spMkLst>
            <pc:docMk/>
            <pc:sldMk cId="931259958" sldId="257"/>
            <ac:spMk id="4" creationId="{57ED3E54-7758-5BBF-70FA-7048A67BB4B1}"/>
          </ac:spMkLst>
        </pc:spChg>
        <pc:spChg chg="add">
          <ac:chgData name="Tyler Henson" userId="a0573d23-d9e2-4931-8339-45d925b40ccf" providerId="ADAL" clId="{B6E08FF3-F29B-4344-8099-6D6FA1C1B0CD}" dt="2026-07-06T19:56:15.985" v="380" actId="26606"/>
          <ac:spMkLst>
            <pc:docMk/>
            <pc:sldMk cId="931259958" sldId="257"/>
            <ac:spMk id="8" creationId="{4C608BEB-860E-4094-8511-78603564A75E}"/>
          </ac:spMkLst>
        </pc:spChg>
        <pc:cxnChg chg="add">
          <ac:chgData name="Tyler Henson" userId="a0573d23-d9e2-4931-8339-45d925b40ccf" providerId="ADAL" clId="{B6E08FF3-F29B-4344-8099-6D6FA1C1B0CD}" dt="2026-07-06T19:56:15.985" v="380" actId="26606"/>
          <ac:cxnSpMkLst>
            <pc:docMk/>
            <pc:sldMk cId="931259958" sldId="257"/>
            <ac:cxnSpMk id="10" creationId="{1F16A8D4-FE87-4604-88B2-394B5D1EB437}"/>
          </ac:cxnSpMkLst>
        </pc:cxnChg>
      </pc:sldChg>
      <pc:sldChg chg="addSp delSp modSp mod setBg">
        <pc:chgData name="Tyler Henson" userId="a0573d23-d9e2-4931-8339-45d925b40ccf" providerId="ADAL" clId="{B6E08FF3-F29B-4344-8099-6D6FA1C1B0CD}" dt="2026-07-06T19:56:24.800" v="383" actId="26606"/>
        <pc:sldMkLst>
          <pc:docMk/>
          <pc:sldMk cId="1364324897" sldId="258"/>
        </pc:sldMkLst>
        <pc:spChg chg="mod">
          <ac:chgData name="Tyler Henson" userId="a0573d23-d9e2-4931-8339-45d925b40ccf" providerId="ADAL" clId="{B6E08FF3-F29B-4344-8099-6D6FA1C1B0CD}" dt="2026-07-06T19:56:18.623" v="381" actId="26606"/>
          <ac:spMkLst>
            <pc:docMk/>
            <pc:sldMk cId="1364324897" sldId="258"/>
            <ac:spMk id="2" creationId="{7D43BA25-AFE3-95DD-0AF1-56897B60DC0B}"/>
          </ac:spMkLst>
        </pc:spChg>
        <pc:spChg chg="mod">
          <ac:chgData name="Tyler Henson" userId="a0573d23-d9e2-4931-8339-45d925b40ccf" providerId="ADAL" clId="{B6E08FF3-F29B-4344-8099-6D6FA1C1B0CD}" dt="2026-07-06T19:56:18.623" v="381" actId="26606"/>
          <ac:spMkLst>
            <pc:docMk/>
            <pc:sldMk cId="1364324897" sldId="258"/>
            <ac:spMk id="3" creationId="{B99A2A8E-2DA9-7960-10E3-9E6E1FF9829B}"/>
          </ac:spMkLst>
        </pc:spChg>
        <pc:spChg chg="del mod">
          <ac:chgData name="Tyler Henson" userId="a0573d23-d9e2-4931-8339-45d925b40ccf" providerId="ADAL" clId="{B6E08FF3-F29B-4344-8099-6D6FA1C1B0CD}" dt="2026-07-06T19:56:23.206" v="382" actId="478"/>
          <ac:spMkLst>
            <pc:docMk/>
            <pc:sldMk cId="1364324897" sldId="258"/>
            <ac:spMk id="4" creationId="{231ADF71-7503-252C-85A3-D3D5A0A8FCC6}"/>
          </ac:spMkLst>
        </pc:spChg>
        <pc:spChg chg="add del">
          <ac:chgData name="Tyler Henson" userId="a0573d23-d9e2-4931-8339-45d925b40ccf" providerId="ADAL" clId="{B6E08FF3-F29B-4344-8099-6D6FA1C1B0CD}" dt="2026-07-06T19:56:24.800" v="383" actId="26606"/>
          <ac:spMkLst>
            <pc:docMk/>
            <pc:sldMk cId="1364324897" sldId="258"/>
            <ac:spMk id="9" creationId="{E35A04CF-97D4-4FF7-B359-C546B1F62E54}"/>
          </ac:spMkLst>
        </pc:spChg>
        <pc:spChg chg="add del">
          <ac:chgData name="Tyler Henson" userId="a0573d23-d9e2-4931-8339-45d925b40ccf" providerId="ADAL" clId="{B6E08FF3-F29B-4344-8099-6D6FA1C1B0CD}" dt="2026-07-06T19:56:24.800" v="383" actId="26606"/>
          <ac:spMkLst>
            <pc:docMk/>
            <pc:sldMk cId="1364324897" sldId="258"/>
            <ac:spMk id="11" creationId="{1DE7243B-5109-444B-8FAF-7437C66BC0E9}"/>
          </ac:spMkLst>
        </pc:spChg>
        <pc:spChg chg="add del">
          <ac:chgData name="Tyler Henson" userId="a0573d23-d9e2-4931-8339-45d925b40ccf" providerId="ADAL" clId="{B6E08FF3-F29B-4344-8099-6D6FA1C1B0CD}" dt="2026-07-06T19:56:24.800" v="383" actId="26606"/>
          <ac:spMkLst>
            <pc:docMk/>
            <pc:sldMk cId="1364324897" sldId="258"/>
            <ac:spMk id="13" creationId="{4C5D6221-DA7B-4611-AA26-7D8E349FDE96}"/>
          </ac:spMkLst>
        </pc:spChg>
        <pc:spChg chg="add">
          <ac:chgData name="Tyler Henson" userId="a0573d23-d9e2-4931-8339-45d925b40ccf" providerId="ADAL" clId="{B6E08FF3-F29B-4344-8099-6D6FA1C1B0CD}" dt="2026-07-06T19:56:24.800" v="383" actId="26606"/>
          <ac:spMkLst>
            <pc:docMk/>
            <pc:sldMk cId="1364324897" sldId="258"/>
            <ac:spMk id="18" creationId="{E35A04CF-97D4-4FF7-B359-C546B1F62E54}"/>
          </ac:spMkLst>
        </pc:spChg>
        <pc:spChg chg="add">
          <ac:chgData name="Tyler Henson" userId="a0573d23-d9e2-4931-8339-45d925b40ccf" providerId="ADAL" clId="{B6E08FF3-F29B-4344-8099-6D6FA1C1B0CD}" dt="2026-07-06T19:56:24.800" v="383" actId="26606"/>
          <ac:spMkLst>
            <pc:docMk/>
            <pc:sldMk cId="1364324897" sldId="258"/>
            <ac:spMk id="20" creationId="{1DE7243B-5109-444B-8FAF-7437C66BC0E9}"/>
          </ac:spMkLst>
        </pc:spChg>
        <pc:spChg chg="add">
          <ac:chgData name="Tyler Henson" userId="a0573d23-d9e2-4931-8339-45d925b40ccf" providerId="ADAL" clId="{B6E08FF3-F29B-4344-8099-6D6FA1C1B0CD}" dt="2026-07-06T19:56:24.800" v="383" actId="26606"/>
          <ac:spMkLst>
            <pc:docMk/>
            <pc:sldMk cId="1364324897" sldId="258"/>
            <ac:spMk id="22" creationId="{4C5D6221-DA7B-4611-AA26-7D8E349FDE96}"/>
          </ac:spMkLst>
        </pc:spChg>
      </pc:sldChg>
      <pc:sldChg chg="addSp delSp modSp mod setBg">
        <pc:chgData name="Tyler Henson" userId="a0573d23-d9e2-4931-8339-45d925b40ccf" providerId="ADAL" clId="{B6E08FF3-F29B-4344-8099-6D6FA1C1B0CD}" dt="2026-07-07T20:31:04.272" v="843" actId="478"/>
        <pc:sldMkLst>
          <pc:docMk/>
          <pc:sldMk cId="3442873086" sldId="260"/>
        </pc:sldMkLst>
        <pc:spChg chg="mod">
          <ac:chgData name="Tyler Henson" userId="a0573d23-d9e2-4931-8339-45d925b40ccf" providerId="ADAL" clId="{B6E08FF3-F29B-4344-8099-6D6FA1C1B0CD}" dt="2026-07-06T19:56:28.925" v="384" actId="26606"/>
          <ac:spMkLst>
            <pc:docMk/>
            <pc:sldMk cId="3442873086" sldId="260"/>
            <ac:spMk id="2" creationId="{AC2A3ADC-0372-8D73-50EF-CC90038C642B}"/>
          </ac:spMkLst>
        </pc:spChg>
        <pc:spChg chg="mod">
          <ac:chgData name="Tyler Henson" userId="a0573d23-d9e2-4931-8339-45d925b40ccf" providerId="ADAL" clId="{B6E08FF3-F29B-4344-8099-6D6FA1C1B0CD}" dt="2026-07-06T19:56:28.925" v="384" actId="26606"/>
          <ac:spMkLst>
            <pc:docMk/>
            <pc:sldMk cId="3442873086" sldId="260"/>
            <ac:spMk id="3" creationId="{B7BF7480-CC84-D819-4941-F0DD9C18E9D5}"/>
          </ac:spMkLst>
        </pc:spChg>
        <pc:spChg chg="del mod">
          <ac:chgData name="Tyler Henson" userId="a0573d23-d9e2-4931-8339-45d925b40ccf" providerId="ADAL" clId="{B6E08FF3-F29B-4344-8099-6D6FA1C1B0CD}" dt="2026-07-07T20:31:04.272" v="843" actId="478"/>
          <ac:spMkLst>
            <pc:docMk/>
            <pc:sldMk cId="3442873086" sldId="260"/>
            <ac:spMk id="4" creationId="{46333B1C-503E-057F-EC7F-CC1D3752E28E}"/>
          </ac:spMkLst>
        </pc:spChg>
        <pc:spChg chg="add">
          <ac:chgData name="Tyler Henson" userId="a0573d23-d9e2-4931-8339-45d925b40ccf" providerId="ADAL" clId="{B6E08FF3-F29B-4344-8099-6D6FA1C1B0CD}" dt="2026-07-06T19:56:28.925" v="384" actId="26606"/>
          <ac:spMkLst>
            <pc:docMk/>
            <pc:sldMk cId="3442873086" sldId="260"/>
            <ac:spMk id="9" creationId="{4C608BEB-860E-4094-8511-78603564A75E}"/>
          </ac:spMkLst>
        </pc:spChg>
        <pc:cxnChg chg="add">
          <ac:chgData name="Tyler Henson" userId="a0573d23-d9e2-4931-8339-45d925b40ccf" providerId="ADAL" clId="{B6E08FF3-F29B-4344-8099-6D6FA1C1B0CD}" dt="2026-07-06T19:56:28.925" v="384" actId="26606"/>
          <ac:cxnSpMkLst>
            <pc:docMk/>
            <pc:sldMk cId="3442873086" sldId="260"/>
            <ac:cxnSpMk id="11" creationId="{1F16A8D4-FE87-4604-88B2-394B5D1EB437}"/>
          </ac:cxnSpMkLst>
        </pc:cxnChg>
      </pc:sldChg>
      <pc:sldChg chg="addSp delSp modSp mod">
        <pc:chgData name="Tyler Henson" userId="a0573d23-d9e2-4931-8339-45d925b40ccf" providerId="ADAL" clId="{B6E08FF3-F29B-4344-8099-6D6FA1C1B0CD}" dt="2026-07-06T19:56:48.998" v="385" actId="26606"/>
        <pc:sldMkLst>
          <pc:docMk/>
          <pc:sldMk cId="3337033045" sldId="261"/>
        </pc:sldMkLst>
        <pc:spChg chg="del mod">
          <ac:chgData name="Tyler Henson" userId="a0573d23-d9e2-4931-8339-45d925b40ccf" providerId="ADAL" clId="{B6E08FF3-F29B-4344-8099-6D6FA1C1B0CD}" dt="2026-07-06T19:56:48.998" v="385" actId="26606"/>
          <ac:spMkLst>
            <pc:docMk/>
            <pc:sldMk cId="3337033045" sldId="261"/>
            <ac:spMk id="3" creationId="{D459C95C-6867-A8FC-71D6-6D9C619966F2}"/>
          </ac:spMkLst>
        </pc:spChg>
        <pc:spChg chg="mod">
          <ac:chgData name="Tyler Henson" userId="a0573d23-d9e2-4931-8339-45d925b40ccf" providerId="ADAL" clId="{B6E08FF3-F29B-4344-8099-6D6FA1C1B0CD}" dt="2026-07-06T19:47:40.532" v="216" actId="5793"/>
          <ac:spMkLst>
            <pc:docMk/>
            <pc:sldMk cId="3337033045" sldId="261"/>
            <ac:spMk id="4" creationId="{0D46EC2B-1A7E-6FFB-D10F-D3EA9C2F4395}"/>
          </ac:spMkLst>
        </pc:spChg>
        <pc:graphicFrameChg chg="add">
          <ac:chgData name="Tyler Henson" userId="a0573d23-d9e2-4931-8339-45d925b40ccf" providerId="ADAL" clId="{B6E08FF3-F29B-4344-8099-6D6FA1C1B0CD}" dt="2026-07-06T19:56:48.998" v="385" actId="26606"/>
          <ac:graphicFrameMkLst>
            <pc:docMk/>
            <pc:sldMk cId="3337033045" sldId="261"/>
            <ac:graphicFrameMk id="8" creationId="{DAE62171-9389-D055-78E7-24559F097622}"/>
          </ac:graphicFrameMkLst>
        </pc:graphicFrameChg>
        <pc:picChg chg="add mod">
          <ac:chgData name="Tyler Henson" userId="a0573d23-d9e2-4931-8339-45d925b40ccf" providerId="ADAL" clId="{B6E08FF3-F29B-4344-8099-6D6FA1C1B0CD}" dt="2026-07-06T19:48:00.635" v="219" actId="1076"/>
          <ac:picMkLst>
            <pc:docMk/>
            <pc:sldMk cId="3337033045" sldId="261"/>
            <ac:picMk id="6" creationId="{64BF98C8-9638-EBC2-9F1F-FFA4BCFC419D}"/>
          </ac:picMkLst>
        </pc:picChg>
      </pc:sldChg>
      <pc:sldChg chg="addSp delSp modSp mod setBg setClrOvrMap">
        <pc:chgData name="Tyler Henson" userId="a0573d23-d9e2-4931-8339-45d925b40ccf" providerId="ADAL" clId="{B6E08FF3-F29B-4344-8099-6D6FA1C1B0CD}" dt="2026-07-06T19:56:59.781" v="388" actId="26606"/>
        <pc:sldMkLst>
          <pc:docMk/>
          <pc:sldMk cId="2710554471" sldId="262"/>
        </pc:sldMkLst>
        <pc:spChg chg="mod">
          <ac:chgData name="Tyler Henson" userId="a0573d23-d9e2-4931-8339-45d925b40ccf" providerId="ADAL" clId="{B6E08FF3-F29B-4344-8099-6D6FA1C1B0CD}" dt="2026-07-06T19:56:59.781" v="388" actId="26606"/>
          <ac:spMkLst>
            <pc:docMk/>
            <pc:sldMk cId="2710554471" sldId="262"/>
            <ac:spMk id="2" creationId="{23F0CBA0-C310-39AC-431D-A790C6F6687F}"/>
          </ac:spMkLst>
        </pc:spChg>
        <pc:spChg chg="del mod">
          <ac:chgData name="Tyler Henson" userId="a0573d23-d9e2-4931-8339-45d925b40ccf" providerId="ADAL" clId="{B6E08FF3-F29B-4344-8099-6D6FA1C1B0CD}" dt="2026-07-06T19:56:59.781" v="388" actId="26606"/>
          <ac:spMkLst>
            <pc:docMk/>
            <pc:sldMk cId="2710554471" sldId="262"/>
            <ac:spMk id="3" creationId="{04B966D6-1938-6368-8B2F-6AC0C469D1A7}"/>
          </ac:spMkLst>
        </pc:spChg>
        <pc:spChg chg="del mod">
          <ac:chgData name="Tyler Henson" userId="a0573d23-d9e2-4931-8339-45d925b40ccf" providerId="ADAL" clId="{B6E08FF3-F29B-4344-8099-6D6FA1C1B0CD}" dt="2026-07-06T19:56:55.909" v="387" actId="478"/>
          <ac:spMkLst>
            <pc:docMk/>
            <pc:sldMk cId="2710554471" sldId="262"/>
            <ac:spMk id="4" creationId="{85E38905-53D7-C259-58FF-EA000C20AB4D}"/>
          </ac:spMkLst>
        </pc:spChg>
        <pc:spChg chg="add del">
          <ac:chgData name="Tyler Henson" userId="a0573d23-d9e2-4931-8339-45d925b40ccf" providerId="ADAL" clId="{B6E08FF3-F29B-4344-8099-6D6FA1C1B0CD}" dt="2026-07-06T19:56:59.781" v="388" actId="26606"/>
          <ac:spMkLst>
            <pc:docMk/>
            <pc:sldMk cId="2710554471" sldId="262"/>
            <ac:spMk id="9" creationId="{FEF085B8-A2C0-4A6F-B663-CCC56F3CD373}"/>
          </ac:spMkLst>
        </pc:spChg>
        <pc:spChg chg="add del">
          <ac:chgData name="Tyler Henson" userId="a0573d23-d9e2-4931-8339-45d925b40ccf" providerId="ADAL" clId="{B6E08FF3-F29B-4344-8099-6D6FA1C1B0CD}" dt="2026-07-06T19:56:59.781" v="388" actId="26606"/>
          <ac:spMkLst>
            <pc:docMk/>
            <pc:sldMk cId="2710554471" sldId="262"/>
            <ac:spMk id="11" creationId="{2658F6D6-96E0-421A-96D6-3DF404008543}"/>
          </ac:spMkLst>
        </pc:spChg>
        <pc:spChg chg="add del">
          <ac:chgData name="Tyler Henson" userId="a0573d23-d9e2-4931-8339-45d925b40ccf" providerId="ADAL" clId="{B6E08FF3-F29B-4344-8099-6D6FA1C1B0CD}" dt="2026-07-06T19:56:59.781" v="388" actId="26606"/>
          <ac:spMkLst>
            <pc:docMk/>
            <pc:sldMk cId="2710554471" sldId="262"/>
            <ac:spMk id="13" creationId="{3CF62545-93A0-4FD5-9B48-48DCA794CBA1}"/>
          </ac:spMkLst>
        </pc:spChg>
        <pc:spChg chg="add">
          <ac:chgData name="Tyler Henson" userId="a0573d23-d9e2-4931-8339-45d925b40ccf" providerId="ADAL" clId="{B6E08FF3-F29B-4344-8099-6D6FA1C1B0CD}" dt="2026-07-06T19:56:59.781" v="388" actId="26606"/>
          <ac:spMkLst>
            <pc:docMk/>
            <pc:sldMk cId="2710554471" sldId="262"/>
            <ac:spMk id="19" creationId="{BACC6370-2D7E-4714-9D71-7542949D7D5D}"/>
          </ac:spMkLst>
        </pc:spChg>
        <pc:spChg chg="add">
          <ac:chgData name="Tyler Henson" userId="a0573d23-d9e2-4931-8339-45d925b40ccf" providerId="ADAL" clId="{B6E08FF3-F29B-4344-8099-6D6FA1C1B0CD}" dt="2026-07-06T19:56:59.781" v="388" actId="26606"/>
          <ac:spMkLst>
            <pc:docMk/>
            <pc:sldMk cId="2710554471" sldId="262"/>
            <ac:spMk id="21" creationId="{F68B3F68-107C-434F-AA38-110D5EA91B85}"/>
          </ac:spMkLst>
        </pc:spChg>
        <pc:spChg chg="add">
          <ac:chgData name="Tyler Henson" userId="a0573d23-d9e2-4931-8339-45d925b40ccf" providerId="ADAL" clId="{B6E08FF3-F29B-4344-8099-6D6FA1C1B0CD}" dt="2026-07-06T19:56:59.781" v="388" actId="26606"/>
          <ac:spMkLst>
            <pc:docMk/>
            <pc:sldMk cId="2710554471" sldId="262"/>
            <ac:spMk id="23" creationId="{AAD0DBB9-1A4B-4391-81D4-CB19F9AB918A}"/>
          </ac:spMkLst>
        </pc:spChg>
        <pc:spChg chg="add">
          <ac:chgData name="Tyler Henson" userId="a0573d23-d9e2-4931-8339-45d925b40ccf" providerId="ADAL" clId="{B6E08FF3-F29B-4344-8099-6D6FA1C1B0CD}" dt="2026-07-06T19:56:59.781" v="388" actId="26606"/>
          <ac:spMkLst>
            <pc:docMk/>
            <pc:sldMk cId="2710554471" sldId="262"/>
            <ac:spMk id="25" creationId="{063BBA22-50EA-4C4D-BE05-F1CE4E63AA56}"/>
          </ac:spMkLst>
        </pc:spChg>
        <pc:graphicFrameChg chg="add">
          <ac:chgData name="Tyler Henson" userId="a0573d23-d9e2-4931-8339-45d925b40ccf" providerId="ADAL" clId="{B6E08FF3-F29B-4344-8099-6D6FA1C1B0CD}" dt="2026-07-06T19:56:59.781" v="388" actId="26606"/>
          <ac:graphicFrameMkLst>
            <pc:docMk/>
            <pc:sldMk cId="2710554471" sldId="262"/>
            <ac:graphicFrameMk id="15" creationId="{68B5ACA5-45EA-D7E6-DE22-6AE90AB2FAE4}"/>
          </ac:graphicFrameMkLst>
        </pc:graphicFrameChg>
      </pc:sldChg>
      <pc:sldChg chg="addSp delSp modSp mod setBg">
        <pc:chgData name="Tyler Henson" userId="a0573d23-d9e2-4931-8339-45d925b40ccf" providerId="ADAL" clId="{B6E08FF3-F29B-4344-8099-6D6FA1C1B0CD}" dt="2026-07-07T11:28:05.723" v="418" actId="26606"/>
        <pc:sldMkLst>
          <pc:docMk/>
          <pc:sldMk cId="580622925" sldId="263"/>
        </pc:sldMkLst>
        <pc:spChg chg="mod">
          <ac:chgData name="Tyler Henson" userId="a0573d23-d9e2-4931-8339-45d925b40ccf" providerId="ADAL" clId="{B6E08FF3-F29B-4344-8099-6D6FA1C1B0CD}" dt="2026-07-07T11:28:05.723" v="418" actId="26606"/>
          <ac:spMkLst>
            <pc:docMk/>
            <pc:sldMk cId="580622925" sldId="263"/>
            <ac:spMk id="2" creationId="{D4457726-18D1-FA19-EB49-7CF3914C952B}"/>
          </ac:spMkLst>
        </pc:spChg>
        <pc:spChg chg="del mod">
          <ac:chgData name="Tyler Henson" userId="a0573d23-d9e2-4931-8339-45d925b40ccf" providerId="ADAL" clId="{B6E08FF3-F29B-4344-8099-6D6FA1C1B0CD}" dt="2026-07-07T11:28:05.723" v="418" actId="26606"/>
          <ac:spMkLst>
            <pc:docMk/>
            <pc:sldMk cId="580622925" sldId="263"/>
            <ac:spMk id="3" creationId="{77AEF9B9-03AF-EFAA-7D28-3C6272C37625}"/>
          </ac:spMkLst>
        </pc:spChg>
        <pc:spChg chg="del">
          <ac:chgData name="Tyler Henson" userId="a0573d23-d9e2-4931-8339-45d925b40ccf" providerId="ADAL" clId="{B6E08FF3-F29B-4344-8099-6D6FA1C1B0CD}" dt="2026-07-06T19:57:30.577" v="389" actId="478"/>
          <ac:spMkLst>
            <pc:docMk/>
            <pc:sldMk cId="580622925" sldId="263"/>
            <ac:spMk id="4" creationId="{50F5B330-E4B2-1ACC-8EAF-C00DA2205C3F}"/>
          </ac:spMkLst>
        </pc:spChg>
        <pc:spChg chg="add">
          <ac:chgData name="Tyler Henson" userId="a0573d23-d9e2-4931-8339-45d925b40ccf" providerId="ADAL" clId="{B6E08FF3-F29B-4344-8099-6D6FA1C1B0CD}" dt="2026-07-07T11:28:05.723" v="418" actId="26606"/>
          <ac:spMkLst>
            <pc:docMk/>
            <pc:sldMk cId="580622925" sldId="263"/>
            <ac:spMk id="9" creationId="{BACC6370-2D7E-4714-9D71-7542949D7D5D}"/>
          </ac:spMkLst>
        </pc:spChg>
        <pc:spChg chg="add">
          <ac:chgData name="Tyler Henson" userId="a0573d23-d9e2-4931-8339-45d925b40ccf" providerId="ADAL" clId="{B6E08FF3-F29B-4344-8099-6D6FA1C1B0CD}" dt="2026-07-07T11:28:05.723" v="418" actId="26606"/>
          <ac:spMkLst>
            <pc:docMk/>
            <pc:sldMk cId="580622925" sldId="263"/>
            <ac:spMk id="11" creationId="{256B2C21-A230-48C0-8DF1-C46611373C44}"/>
          </ac:spMkLst>
        </pc:spChg>
        <pc:spChg chg="add">
          <ac:chgData name="Tyler Henson" userId="a0573d23-d9e2-4931-8339-45d925b40ccf" providerId="ADAL" clId="{B6E08FF3-F29B-4344-8099-6D6FA1C1B0CD}" dt="2026-07-07T11:28:05.723" v="418" actId="26606"/>
          <ac:spMkLst>
            <pc:docMk/>
            <pc:sldMk cId="580622925" sldId="263"/>
            <ac:spMk id="13" creationId="{3847E18C-932D-4C95-AABA-FEC7C9499AD7}"/>
          </ac:spMkLst>
        </pc:spChg>
        <pc:spChg chg="add">
          <ac:chgData name="Tyler Henson" userId="a0573d23-d9e2-4931-8339-45d925b40ccf" providerId="ADAL" clId="{B6E08FF3-F29B-4344-8099-6D6FA1C1B0CD}" dt="2026-07-07T11:28:05.723" v="418" actId="26606"/>
          <ac:spMkLst>
            <pc:docMk/>
            <pc:sldMk cId="580622925" sldId="263"/>
            <ac:spMk id="15" creationId="{3150CB11-0C61-439E-910F-5787759E72A0}"/>
          </ac:spMkLst>
        </pc:spChg>
        <pc:spChg chg="add">
          <ac:chgData name="Tyler Henson" userId="a0573d23-d9e2-4931-8339-45d925b40ccf" providerId="ADAL" clId="{B6E08FF3-F29B-4344-8099-6D6FA1C1B0CD}" dt="2026-07-07T11:28:05.723" v="418" actId="26606"/>
          <ac:spMkLst>
            <pc:docMk/>
            <pc:sldMk cId="580622925" sldId="263"/>
            <ac:spMk id="17" creationId="{43F8A58B-5155-44CE-A5FF-7647B47D0A7A}"/>
          </ac:spMkLst>
        </pc:spChg>
        <pc:spChg chg="add">
          <ac:chgData name="Tyler Henson" userId="a0573d23-d9e2-4931-8339-45d925b40ccf" providerId="ADAL" clId="{B6E08FF3-F29B-4344-8099-6D6FA1C1B0CD}" dt="2026-07-07T11:28:05.723" v="418" actId="26606"/>
          <ac:spMkLst>
            <pc:docMk/>
            <pc:sldMk cId="580622925" sldId="263"/>
            <ac:spMk id="19" creationId="{443F2ACA-E6D6-4028-82DD-F03C262D5DE6}"/>
          </ac:spMkLst>
        </pc:spChg>
        <pc:graphicFrameChg chg="add">
          <ac:chgData name="Tyler Henson" userId="a0573d23-d9e2-4931-8339-45d925b40ccf" providerId="ADAL" clId="{B6E08FF3-F29B-4344-8099-6D6FA1C1B0CD}" dt="2026-07-07T11:28:05.723" v="418" actId="26606"/>
          <ac:graphicFrameMkLst>
            <pc:docMk/>
            <pc:sldMk cId="580622925" sldId="263"/>
            <ac:graphicFrameMk id="5" creationId="{4C7CC93E-AF07-BEB4-A05D-55D631614FF8}"/>
          </ac:graphicFrameMkLst>
        </pc:graphicFrameChg>
      </pc:sldChg>
      <pc:sldChg chg="addSp delSp modSp mod setBg">
        <pc:chgData name="Tyler Henson" userId="a0573d23-d9e2-4931-8339-45d925b40ccf" providerId="ADAL" clId="{B6E08FF3-F29B-4344-8099-6D6FA1C1B0CD}" dt="2026-07-07T17:55:03.217" v="420" actId="26606"/>
        <pc:sldMkLst>
          <pc:docMk/>
          <pc:sldMk cId="3829633770" sldId="264"/>
        </pc:sldMkLst>
        <pc:spChg chg="mod">
          <ac:chgData name="Tyler Henson" userId="a0573d23-d9e2-4931-8339-45d925b40ccf" providerId="ADAL" clId="{B6E08FF3-F29B-4344-8099-6D6FA1C1B0CD}" dt="2026-07-07T17:55:03.217" v="420" actId="26606"/>
          <ac:spMkLst>
            <pc:docMk/>
            <pc:sldMk cId="3829633770" sldId="264"/>
            <ac:spMk id="2" creationId="{8D58FE51-8BC2-1564-AB8C-C5B7B7DBEA7C}"/>
          </ac:spMkLst>
        </pc:spChg>
        <pc:spChg chg="del">
          <ac:chgData name="Tyler Henson" userId="a0573d23-d9e2-4931-8339-45d925b40ccf" providerId="ADAL" clId="{B6E08FF3-F29B-4344-8099-6D6FA1C1B0CD}" dt="2026-07-07T17:55:03.217" v="420" actId="26606"/>
          <ac:spMkLst>
            <pc:docMk/>
            <pc:sldMk cId="3829633770" sldId="264"/>
            <ac:spMk id="3" creationId="{8B087F03-9F60-1DAD-BAFA-07B75A6536B4}"/>
          </ac:spMkLst>
        </pc:spChg>
        <pc:spChg chg="del">
          <ac:chgData name="Tyler Henson" userId="a0573d23-d9e2-4931-8339-45d925b40ccf" providerId="ADAL" clId="{B6E08FF3-F29B-4344-8099-6D6FA1C1B0CD}" dt="2026-07-07T17:55:01.233" v="419" actId="478"/>
          <ac:spMkLst>
            <pc:docMk/>
            <pc:sldMk cId="3829633770" sldId="264"/>
            <ac:spMk id="4" creationId="{C1089E04-4468-C0F6-5707-0933664C246A}"/>
          </ac:spMkLst>
        </pc:spChg>
        <pc:spChg chg="add">
          <ac:chgData name="Tyler Henson" userId="a0573d23-d9e2-4931-8339-45d925b40ccf" providerId="ADAL" clId="{B6E08FF3-F29B-4344-8099-6D6FA1C1B0CD}" dt="2026-07-07T17:55:03.217" v="420" actId="26606"/>
          <ac:spMkLst>
            <pc:docMk/>
            <pc:sldMk cId="3829633770" sldId="264"/>
            <ac:spMk id="9" creationId="{BACC6370-2D7E-4714-9D71-7542949D7D5D}"/>
          </ac:spMkLst>
        </pc:spChg>
        <pc:spChg chg="add">
          <ac:chgData name="Tyler Henson" userId="a0573d23-d9e2-4931-8339-45d925b40ccf" providerId="ADAL" clId="{B6E08FF3-F29B-4344-8099-6D6FA1C1B0CD}" dt="2026-07-07T17:55:03.217" v="420" actId="26606"/>
          <ac:spMkLst>
            <pc:docMk/>
            <pc:sldMk cId="3829633770" sldId="264"/>
            <ac:spMk id="11" creationId="{F68B3F68-107C-434F-AA38-110D5EA91B85}"/>
          </ac:spMkLst>
        </pc:spChg>
        <pc:spChg chg="add">
          <ac:chgData name="Tyler Henson" userId="a0573d23-d9e2-4931-8339-45d925b40ccf" providerId="ADAL" clId="{B6E08FF3-F29B-4344-8099-6D6FA1C1B0CD}" dt="2026-07-07T17:55:03.217" v="420" actId="26606"/>
          <ac:spMkLst>
            <pc:docMk/>
            <pc:sldMk cId="3829633770" sldId="264"/>
            <ac:spMk id="13" creationId="{AAD0DBB9-1A4B-4391-81D4-CB19F9AB918A}"/>
          </ac:spMkLst>
        </pc:spChg>
        <pc:spChg chg="add">
          <ac:chgData name="Tyler Henson" userId="a0573d23-d9e2-4931-8339-45d925b40ccf" providerId="ADAL" clId="{B6E08FF3-F29B-4344-8099-6D6FA1C1B0CD}" dt="2026-07-07T17:55:03.217" v="420" actId="26606"/>
          <ac:spMkLst>
            <pc:docMk/>
            <pc:sldMk cId="3829633770" sldId="264"/>
            <ac:spMk id="15" creationId="{063BBA22-50EA-4C4D-BE05-F1CE4E63AA56}"/>
          </ac:spMkLst>
        </pc:spChg>
        <pc:graphicFrameChg chg="add">
          <ac:chgData name="Tyler Henson" userId="a0573d23-d9e2-4931-8339-45d925b40ccf" providerId="ADAL" clId="{B6E08FF3-F29B-4344-8099-6D6FA1C1B0CD}" dt="2026-07-07T17:55:03.217" v="420" actId="26606"/>
          <ac:graphicFrameMkLst>
            <pc:docMk/>
            <pc:sldMk cId="3829633770" sldId="264"/>
            <ac:graphicFrameMk id="5" creationId="{93C7018F-0E59-AD95-0480-D5D737AEDCFA}"/>
          </ac:graphicFrameMkLst>
        </pc:graphicFrameChg>
      </pc:sldChg>
      <pc:sldChg chg="addSp modSp mod setBg">
        <pc:chgData name="Tyler Henson" userId="a0573d23-d9e2-4931-8339-45d925b40ccf" providerId="ADAL" clId="{B6E08FF3-F29B-4344-8099-6D6FA1C1B0CD}" dt="2026-07-07T17:55:15.676" v="421" actId="26606"/>
        <pc:sldMkLst>
          <pc:docMk/>
          <pc:sldMk cId="3405869118" sldId="265"/>
        </pc:sldMkLst>
        <pc:spChg chg="mod">
          <ac:chgData name="Tyler Henson" userId="a0573d23-d9e2-4931-8339-45d925b40ccf" providerId="ADAL" clId="{B6E08FF3-F29B-4344-8099-6D6FA1C1B0CD}" dt="2026-07-07T17:55:15.676" v="421" actId="26606"/>
          <ac:spMkLst>
            <pc:docMk/>
            <pc:sldMk cId="3405869118" sldId="265"/>
            <ac:spMk id="2" creationId="{A9593D2D-EB17-A142-9B59-96FA664E52C9}"/>
          </ac:spMkLst>
        </pc:spChg>
        <pc:spChg chg="mod">
          <ac:chgData name="Tyler Henson" userId="a0573d23-d9e2-4931-8339-45d925b40ccf" providerId="ADAL" clId="{B6E08FF3-F29B-4344-8099-6D6FA1C1B0CD}" dt="2026-07-07T17:55:15.676" v="421" actId="26606"/>
          <ac:spMkLst>
            <pc:docMk/>
            <pc:sldMk cId="3405869118" sldId="265"/>
            <ac:spMk id="3" creationId="{287DBBBA-03EE-32FC-DD63-68DD47AAB116}"/>
          </ac:spMkLst>
        </pc:spChg>
        <pc:spChg chg="add">
          <ac:chgData name="Tyler Henson" userId="a0573d23-d9e2-4931-8339-45d925b40ccf" providerId="ADAL" clId="{B6E08FF3-F29B-4344-8099-6D6FA1C1B0CD}" dt="2026-07-07T17:55:15.676" v="421" actId="26606"/>
          <ac:spMkLst>
            <pc:docMk/>
            <pc:sldMk cId="3405869118" sldId="265"/>
            <ac:spMk id="8" creationId="{DEE2AD96-B495-4E06-9291-B71706F728CB}"/>
          </ac:spMkLst>
        </pc:spChg>
        <pc:spChg chg="add">
          <ac:chgData name="Tyler Henson" userId="a0573d23-d9e2-4931-8339-45d925b40ccf" providerId="ADAL" clId="{B6E08FF3-F29B-4344-8099-6D6FA1C1B0CD}" dt="2026-07-07T17:55:15.676" v="421" actId="26606"/>
          <ac:spMkLst>
            <pc:docMk/>
            <pc:sldMk cId="3405869118" sldId="265"/>
            <ac:spMk id="10" creationId="{53CF6D67-C5A8-4ADD-9E8E-1E38CA1D3166}"/>
          </ac:spMkLst>
        </pc:spChg>
        <pc:spChg chg="add">
          <ac:chgData name="Tyler Henson" userId="a0573d23-d9e2-4931-8339-45d925b40ccf" providerId="ADAL" clId="{B6E08FF3-F29B-4344-8099-6D6FA1C1B0CD}" dt="2026-07-07T17:55:15.676" v="421" actId="26606"/>
          <ac:spMkLst>
            <pc:docMk/>
            <pc:sldMk cId="3405869118" sldId="265"/>
            <ac:spMk id="12" creationId="{86909FA0-B515-4681-B7A8-FA281D133B94}"/>
          </ac:spMkLst>
        </pc:spChg>
        <pc:spChg chg="add">
          <ac:chgData name="Tyler Henson" userId="a0573d23-d9e2-4931-8339-45d925b40ccf" providerId="ADAL" clId="{B6E08FF3-F29B-4344-8099-6D6FA1C1B0CD}" dt="2026-07-07T17:55:15.676" v="421" actId="26606"/>
          <ac:spMkLst>
            <pc:docMk/>
            <pc:sldMk cId="3405869118" sldId="265"/>
            <ac:spMk id="14" creationId="{21C9FE86-FCC3-4A31-AA1C-C882262B7FE7}"/>
          </ac:spMkLst>
        </pc:spChg>
        <pc:spChg chg="add">
          <ac:chgData name="Tyler Henson" userId="a0573d23-d9e2-4931-8339-45d925b40ccf" providerId="ADAL" clId="{B6E08FF3-F29B-4344-8099-6D6FA1C1B0CD}" dt="2026-07-07T17:55:15.676" v="421" actId="26606"/>
          <ac:spMkLst>
            <pc:docMk/>
            <pc:sldMk cId="3405869118" sldId="265"/>
            <ac:spMk id="16" creationId="{7D96243B-ECED-4B71-8E06-AE9A285EAD20}"/>
          </ac:spMkLst>
        </pc:spChg>
        <pc:spChg chg="add">
          <ac:chgData name="Tyler Henson" userId="a0573d23-d9e2-4931-8339-45d925b40ccf" providerId="ADAL" clId="{B6E08FF3-F29B-4344-8099-6D6FA1C1B0CD}" dt="2026-07-07T17:55:15.676" v="421" actId="26606"/>
          <ac:spMkLst>
            <pc:docMk/>
            <pc:sldMk cId="3405869118" sldId="265"/>
            <ac:spMk id="18" creationId="{A09989E4-EFDC-4A90-A633-E0525FB4139E}"/>
          </ac:spMkLst>
        </pc:spChg>
      </pc:sldChg>
      <pc:sldChg chg="addSp delSp modSp mod setBg setClrOvrMap">
        <pc:chgData name="Tyler Henson" userId="a0573d23-d9e2-4931-8339-45d925b40ccf" providerId="ADAL" clId="{B6E08FF3-F29B-4344-8099-6D6FA1C1B0CD}" dt="2026-07-07T18:32:14.742" v="423" actId="26606"/>
        <pc:sldMkLst>
          <pc:docMk/>
          <pc:sldMk cId="909297304" sldId="266"/>
        </pc:sldMkLst>
        <pc:spChg chg="mod">
          <ac:chgData name="Tyler Henson" userId="a0573d23-d9e2-4931-8339-45d925b40ccf" providerId="ADAL" clId="{B6E08FF3-F29B-4344-8099-6D6FA1C1B0CD}" dt="2026-07-07T18:32:14.742" v="423" actId="26606"/>
          <ac:spMkLst>
            <pc:docMk/>
            <pc:sldMk cId="909297304" sldId="266"/>
            <ac:spMk id="2" creationId="{D55F5EB9-0964-81F9-EFDF-331F5919C861}"/>
          </ac:spMkLst>
        </pc:spChg>
        <pc:spChg chg="del">
          <ac:chgData name="Tyler Henson" userId="a0573d23-d9e2-4931-8339-45d925b40ccf" providerId="ADAL" clId="{B6E08FF3-F29B-4344-8099-6D6FA1C1B0CD}" dt="2026-07-07T18:32:14.742" v="423" actId="26606"/>
          <ac:spMkLst>
            <pc:docMk/>
            <pc:sldMk cId="909297304" sldId="266"/>
            <ac:spMk id="3" creationId="{6ACA50C6-7333-E2CE-84D9-9055CCF2C976}"/>
          </ac:spMkLst>
        </pc:spChg>
        <pc:spChg chg="add">
          <ac:chgData name="Tyler Henson" userId="a0573d23-d9e2-4931-8339-45d925b40ccf" providerId="ADAL" clId="{B6E08FF3-F29B-4344-8099-6D6FA1C1B0CD}" dt="2026-07-07T18:32:14.742" v="423" actId="26606"/>
          <ac:spMkLst>
            <pc:docMk/>
            <pc:sldMk cId="909297304" sldId="266"/>
            <ac:spMk id="9" creationId="{A3EFF7B1-6CB7-47D1-AD37-B870CA2B2151}"/>
          </ac:spMkLst>
        </pc:spChg>
        <pc:spChg chg="add">
          <ac:chgData name="Tyler Henson" userId="a0573d23-d9e2-4931-8339-45d925b40ccf" providerId="ADAL" clId="{B6E08FF3-F29B-4344-8099-6D6FA1C1B0CD}" dt="2026-07-07T18:32:14.742" v="423" actId="26606"/>
          <ac:spMkLst>
            <pc:docMk/>
            <pc:sldMk cId="909297304" sldId="266"/>
            <ac:spMk id="11" creationId="{7FA2962B-21B6-4689-A95D-A8FF6ADE47F1}"/>
          </ac:spMkLst>
        </pc:spChg>
        <pc:spChg chg="add">
          <ac:chgData name="Tyler Henson" userId="a0573d23-d9e2-4931-8339-45d925b40ccf" providerId="ADAL" clId="{B6E08FF3-F29B-4344-8099-6D6FA1C1B0CD}" dt="2026-07-07T18:32:14.742" v="423" actId="26606"/>
          <ac:spMkLst>
            <pc:docMk/>
            <pc:sldMk cId="909297304" sldId="266"/>
            <ac:spMk id="27" creationId="{A00D2CE1-35C1-46E6-BD59-CEE668BD90F4}"/>
          </ac:spMkLst>
        </pc:spChg>
        <pc:spChg chg="add">
          <ac:chgData name="Tyler Henson" userId="a0573d23-d9e2-4931-8339-45d925b40ccf" providerId="ADAL" clId="{B6E08FF3-F29B-4344-8099-6D6FA1C1B0CD}" dt="2026-07-07T18:32:14.742" v="423" actId="26606"/>
          <ac:spMkLst>
            <pc:docMk/>
            <pc:sldMk cId="909297304" sldId="266"/>
            <ac:spMk id="35" creationId="{E18403B7-F2C7-4C07-8522-21C31910902C}"/>
          </ac:spMkLst>
        </pc:spChg>
        <pc:grpChg chg="add">
          <ac:chgData name="Tyler Henson" userId="a0573d23-d9e2-4931-8339-45d925b40ccf" providerId="ADAL" clId="{B6E08FF3-F29B-4344-8099-6D6FA1C1B0CD}" dt="2026-07-07T18:32:14.742" v="423" actId="26606"/>
          <ac:grpSpMkLst>
            <pc:docMk/>
            <pc:sldMk cId="909297304" sldId="266"/>
            <ac:grpSpMk id="19" creationId="{80E95A5C-1E97-41C3-9DEC-245FF6DEBF1F}"/>
          </ac:grpSpMkLst>
        </pc:grpChg>
        <pc:grpChg chg="add">
          <ac:chgData name="Tyler Henson" userId="a0573d23-d9e2-4931-8339-45d925b40ccf" providerId="ADAL" clId="{B6E08FF3-F29B-4344-8099-6D6FA1C1B0CD}" dt="2026-07-07T18:32:14.742" v="423" actId="26606"/>
          <ac:grpSpMkLst>
            <pc:docMk/>
            <pc:sldMk cId="909297304" sldId="266"/>
            <ac:grpSpMk id="29" creationId="{A58DCE86-9AE1-46D1-96D6-04B8B3EDF6FA}"/>
          </ac:grpSpMkLst>
        </pc:grpChg>
        <pc:grpChg chg="add">
          <ac:chgData name="Tyler Henson" userId="a0573d23-d9e2-4931-8339-45d925b40ccf" providerId="ADAL" clId="{B6E08FF3-F29B-4344-8099-6D6FA1C1B0CD}" dt="2026-07-07T18:32:14.742" v="423" actId="26606"/>
          <ac:grpSpMkLst>
            <pc:docMk/>
            <pc:sldMk cId="909297304" sldId="266"/>
            <ac:grpSpMk id="37" creationId="{23B58CC6-A99E-43AF-A467-256F19287FB8}"/>
          </ac:grpSpMkLst>
        </pc:grpChg>
        <pc:graphicFrameChg chg="add">
          <ac:chgData name="Tyler Henson" userId="a0573d23-d9e2-4931-8339-45d925b40ccf" providerId="ADAL" clId="{B6E08FF3-F29B-4344-8099-6D6FA1C1B0CD}" dt="2026-07-07T18:32:14.742" v="423" actId="26606"/>
          <ac:graphicFrameMkLst>
            <pc:docMk/>
            <pc:sldMk cId="909297304" sldId="266"/>
            <ac:graphicFrameMk id="5" creationId="{0AAC2222-86B5-B75E-48BD-39E324C3822F}"/>
          </ac:graphicFrameMkLst>
        </pc:graphicFrameChg>
      </pc:sldChg>
      <pc:sldChg chg="addSp modSp mod setBg">
        <pc:chgData name="Tyler Henson" userId="a0573d23-d9e2-4931-8339-45d925b40ccf" providerId="ADAL" clId="{B6E08FF3-F29B-4344-8099-6D6FA1C1B0CD}" dt="2026-07-07T20:30:42.242" v="840" actId="26606"/>
        <pc:sldMkLst>
          <pc:docMk/>
          <pc:sldMk cId="2446488965" sldId="267"/>
        </pc:sldMkLst>
        <pc:spChg chg="mod">
          <ac:chgData name="Tyler Henson" userId="a0573d23-d9e2-4931-8339-45d925b40ccf" providerId="ADAL" clId="{B6E08FF3-F29B-4344-8099-6D6FA1C1B0CD}" dt="2026-07-07T20:30:42.242" v="840" actId="26606"/>
          <ac:spMkLst>
            <pc:docMk/>
            <pc:sldMk cId="2446488965" sldId="267"/>
            <ac:spMk id="2" creationId="{E543E25D-F3BE-3AF1-8F57-1915E0D2B252}"/>
          </ac:spMkLst>
        </pc:spChg>
        <pc:spChg chg="mod">
          <ac:chgData name="Tyler Henson" userId="a0573d23-d9e2-4931-8339-45d925b40ccf" providerId="ADAL" clId="{B6E08FF3-F29B-4344-8099-6D6FA1C1B0CD}" dt="2026-07-07T20:30:42.242" v="840" actId="26606"/>
          <ac:spMkLst>
            <pc:docMk/>
            <pc:sldMk cId="2446488965" sldId="267"/>
            <ac:spMk id="3" creationId="{6AAAB08D-FC5B-BC0E-D245-E085C050A891}"/>
          </ac:spMkLst>
        </pc:spChg>
        <pc:spChg chg="mod">
          <ac:chgData name="Tyler Henson" userId="a0573d23-d9e2-4931-8339-45d925b40ccf" providerId="ADAL" clId="{B6E08FF3-F29B-4344-8099-6D6FA1C1B0CD}" dt="2026-07-07T20:30:42.242" v="840" actId="26606"/>
          <ac:spMkLst>
            <pc:docMk/>
            <pc:sldMk cId="2446488965" sldId="267"/>
            <ac:spMk id="4" creationId="{97D4AE76-AFCC-F98B-7E12-1D9DE77C6252}"/>
          </ac:spMkLst>
        </pc:spChg>
        <pc:spChg chg="add">
          <ac:chgData name="Tyler Henson" userId="a0573d23-d9e2-4931-8339-45d925b40ccf" providerId="ADAL" clId="{B6E08FF3-F29B-4344-8099-6D6FA1C1B0CD}" dt="2026-07-07T20:30:42.242" v="840" actId="26606"/>
          <ac:spMkLst>
            <pc:docMk/>
            <pc:sldMk cId="2446488965" sldId="267"/>
            <ac:spMk id="9" creationId="{428D436F-9ACD-4C92-AFC8-C934C527A6A4}"/>
          </ac:spMkLst>
        </pc:spChg>
        <pc:spChg chg="add">
          <ac:chgData name="Tyler Henson" userId="a0573d23-d9e2-4931-8339-45d925b40ccf" providerId="ADAL" clId="{B6E08FF3-F29B-4344-8099-6D6FA1C1B0CD}" dt="2026-07-07T20:30:42.242" v="840" actId="26606"/>
          <ac:spMkLst>
            <pc:docMk/>
            <pc:sldMk cId="2446488965" sldId="267"/>
            <ac:spMk id="11" creationId="{090538E0-A884-4E60-A6AB-77D830E2FCED}"/>
          </ac:spMkLst>
        </pc:spChg>
        <pc:spChg chg="add">
          <ac:chgData name="Tyler Henson" userId="a0573d23-d9e2-4931-8339-45d925b40ccf" providerId="ADAL" clId="{B6E08FF3-F29B-4344-8099-6D6FA1C1B0CD}" dt="2026-07-07T20:30:42.242" v="840" actId="26606"/>
          <ac:spMkLst>
            <pc:docMk/>
            <pc:sldMk cId="2446488965" sldId="267"/>
            <ac:spMk id="13" creationId="{DB0D7DD0-1C67-4D4C-9E06-678233DB8468}"/>
          </ac:spMkLst>
        </pc:spChg>
      </pc:sldChg>
      <pc:sldChg chg="addSp delSp modSp mod setBg">
        <pc:chgData name="Tyler Henson" userId="a0573d23-d9e2-4931-8339-45d925b40ccf" providerId="ADAL" clId="{B6E08FF3-F29B-4344-8099-6D6FA1C1B0CD}" dt="2026-07-07T20:30:46.612" v="841" actId="26606"/>
        <pc:sldMkLst>
          <pc:docMk/>
          <pc:sldMk cId="2543914924" sldId="268"/>
        </pc:sldMkLst>
        <pc:spChg chg="mod">
          <ac:chgData name="Tyler Henson" userId="a0573d23-d9e2-4931-8339-45d925b40ccf" providerId="ADAL" clId="{B6E08FF3-F29B-4344-8099-6D6FA1C1B0CD}" dt="2026-07-07T20:30:46.612" v="841" actId="26606"/>
          <ac:spMkLst>
            <pc:docMk/>
            <pc:sldMk cId="2543914924" sldId="268"/>
            <ac:spMk id="2" creationId="{F1A5CB46-9C73-8FBA-4F5D-4223CBF8DA73}"/>
          </ac:spMkLst>
        </pc:spChg>
        <pc:spChg chg="mod">
          <ac:chgData name="Tyler Henson" userId="a0573d23-d9e2-4931-8339-45d925b40ccf" providerId="ADAL" clId="{B6E08FF3-F29B-4344-8099-6D6FA1C1B0CD}" dt="2026-07-07T20:30:46.612" v="841" actId="26606"/>
          <ac:spMkLst>
            <pc:docMk/>
            <pc:sldMk cId="2543914924" sldId="268"/>
            <ac:spMk id="3" creationId="{32E82554-B351-8BC7-C9B3-EE2CF472EFCF}"/>
          </ac:spMkLst>
        </pc:spChg>
        <pc:spChg chg="del">
          <ac:chgData name="Tyler Henson" userId="a0573d23-d9e2-4931-8339-45d925b40ccf" providerId="ADAL" clId="{B6E08FF3-F29B-4344-8099-6D6FA1C1B0CD}" dt="2026-07-07T20:28:47.864" v="424" actId="478"/>
          <ac:spMkLst>
            <pc:docMk/>
            <pc:sldMk cId="2543914924" sldId="268"/>
            <ac:spMk id="4" creationId="{8E453A55-CE3E-F3E6-0E24-22841076EFEA}"/>
          </ac:spMkLst>
        </pc:spChg>
        <pc:spChg chg="add">
          <ac:chgData name="Tyler Henson" userId="a0573d23-d9e2-4931-8339-45d925b40ccf" providerId="ADAL" clId="{B6E08FF3-F29B-4344-8099-6D6FA1C1B0CD}" dt="2026-07-07T20:30:46.612" v="841" actId="26606"/>
          <ac:spMkLst>
            <pc:docMk/>
            <pc:sldMk cId="2543914924" sldId="268"/>
            <ac:spMk id="8" creationId="{4C608BEB-860E-4094-8511-78603564A75E}"/>
          </ac:spMkLst>
        </pc:spChg>
        <pc:cxnChg chg="add">
          <ac:chgData name="Tyler Henson" userId="a0573d23-d9e2-4931-8339-45d925b40ccf" providerId="ADAL" clId="{B6E08FF3-F29B-4344-8099-6D6FA1C1B0CD}" dt="2026-07-07T20:30:46.612" v="841" actId="26606"/>
          <ac:cxnSpMkLst>
            <pc:docMk/>
            <pc:sldMk cId="2543914924" sldId="268"/>
            <ac:cxnSpMk id="10" creationId="{1F16A8D4-FE87-4604-88B2-394B5D1EB437}"/>
          </ac:cxnSpMkLst>
        </pc:cxnChg>
      </pc:sldChg>
      <pc:sldChg chg="delSp modSp mod">
        <pc:chgData name="Tyler Henson" userId="a0573d23-d9e2-4931-8339-45d925b40ccf" providerId="ADAL" clId="{B6E08FF3-F29B-4344-8099-6D6FA1C1B0CD}" dt="2026-07-07T20:31:59.213" v="874" actId="20577"/>
        <pc:sldMkLst>
          <pc:docMk/>
          <pc:sldMk cId="1350471420" sldId="269"/>
        </pc:sldMkLst>
        <pc:spChg chg="mod">
          <ac:chgData name="Tyler Henson" userId="a0573d23-d9e2-4931-8339-45d925b40ccf" providerId="ADAL" clId="{B6E08FF3-F29B-4344-8099-6D6FA1C1B0CD}" dt="2026-07-07T20:31:59.213" v="874" actId="20577"/>
          <ac:spMkLst>
            <pc:docMk/>
            <pc:sldMk cId="1350471420" sldId="269"/>
            <ac:spMk id="3" creationId="{A8798314-D010-2681-6C5D-BD328DD38F4E}"/>
          </ac:spMkLst>
        </pc:spChg>
        <pc:spChg chg="del">
          <ac:chgData name="Tyler Henson" userId="a0573d23-d9e2-4931-8339-45d925b40ccf" providerId="ADAL" clId="{B6E08FF3-F29B-4344-8099-6D6FA1C1B0CD}" dt="2026-07-06T19:50:10.402" v="243" actId="478"/>
          <ac:spMkLst>
            <pc:docMk/>
            <pc:sldMk cId="1350471420" sldId="269"/>
            <ac:spMk id="4" creationId="{2AF0BB6A-A250-2667-C940-9BFAA9FEBC5B}"/>
          </ac:spMkLst>
        </pc:spChg>
      </pc:sldChg>
      <pc:sldChg chg="del">
        <pc:chgData name="Tyler Henson" userId="a0573d23-d9e2-4931-8339-45d925b40ccf" providerId="ADAL" clId="{B6E08FF3-F29B-4344-8099-6D6FA1C1B0CD}" dt="2026-07-07T18:32:03.496" v="422" actId="47"/>
        <pc:sldMkLst>
          <pc:docMk/>
          <pc:sldMk cId="3067230080" sldId="270"/>
        </pc:sldMkLst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900E5D-7016-4B1A-8FF4-8273303EF634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1E63058-6974-41D0-BAFE-72597D52B251}">
      <dgm:prSet/>
      <dgm:spPr/>
      <dgm:t>
        <a:bodyPr/>
        <a:lstStyle/>
        <a:p>
          <a:r>
            <a:rPr lang="en-US"/>
            <a:t>Proof of Work (PoW)</a:t>
          </a:r>
        </a:p>
      </dgm:t>
    </dgm:pt>
    <dgm:pt modelId="{35AC91E7-10BA-4259-BE14-D8910CF0BB8C}" type="parTrans" cxnId="{51FBE050-C03F-4924-A93A-0C2377CF014F}">
      <dgm:prSet/>
      <dgm:spPr/>
      <dgm:t>
        <a:bodyPr/>
        <a:lstStyle/>
        <a:p>
          <a:endParaRPr lang="en-US"/>
        </a:p>
      </dgm:t>
    </dgm:pt>
    <dgm:pt modelId="{463AA252-4DAC-4626-90A2-A03C4032B19A}" type="sibTrans" cxnId="{51FBE050-C03F-4924-A93A-0C2377CF014F}">
      <dgm:prSet/>
      <dgm:spPr/>
      <dgm:t>
        <a:bodyPr/>
        <a:lstStyle/>
        <a:p>
          <a:endParaRPr lang="en-US"/>
        </a:p>
      </dgm:t>
    </dgm:pt>
    <dgm:pt modelId="{5913706D-9363-422C-976A-F731761ADC45}">
      <dgm:prSet/>
      <dgm:spPr/>
      <dgm:t>
        <a:bodyPr/>
        <a:lstStyle/>
        <a:p>
          <a:r>
            <a:rPr lang="en-US"/>
            <a:t>Miners</a:t>
          </a:r>
        </a:p>
      </dgm:t>
    </dgm:pt>
    <dgm:pt modelId="{8255548D-DA20-4469-823C-EF9864475BE2}" type="parTrans" cxnId="{3808232C-5CD4-4446-B35E-88C71940FD34}">
      <dgm:prSet/>
      <dgm:spPr/>
      <dgm:t>
        <a:bodyPr/>
        <a:lstStyle/>
        <a:p>
          <a:endParaRPr lang="en-US"/>
        </a:p>
      </dgm:t>
    </dgm:pt>
    <dgm:pt modelId="{7CD0B7DD-E6E3-4BCB-9C96-1588731CE81E}" type="sibTrans" cxnId="{3808232C-5CD4-4446-B35E-88C71940FD34}">
      <dgm:prSet/>
      <dgm:spPr/>
      <dgm:t>
        <a:bodyPr/>
        <a:lstStyle/>
        <a:p>
          <a:endParaRPr lang="en-US"/>
        </a:p>
      </dgm:t>
    </dgm:pt>
    <dgm:pt modelId="{1B15874F-5606-4E70-BE8A-442C6018052A}">
      <dgm:prSet/>
      <dgm:spPr/>
      <dgm:t>
        <a:bodyPr/>
        <a:lstStyle/>
        <a:p>
          <a:r>
            <a:rPr lang="en-US"/>
            <a:t>Energy intensive</a:t>
          </a:r>
        </a:p>
      </dgm:t>
    </dgm:pt>
    <dgm:pt modelId="{78595DBF-8F7B-41D2-AC08-D835A37AFB18}" type="parTrans" cxnId="{26A86A79-6EAD-438E-80BE-1BD57D6D0A31}">
      <dgm:prSet/>
      <dgm:spPr/>
      <dgm:t>
        <a:bodyPr/>
        <a:lstStyle/>
        <a:p>
          <a:endParaRPr lang="en-US"/>
        </a:p>
      </dgm:t>
    </dgm:pt>
    <dgm:pt modelId="{B8F0F6A4-23A4-4C82-AF59-9C57C31F22F3}" type="sibTrans" cxnId="{26A86A79-6EAD-438E-80BE-1BD57D6D0A31}">
      <dgm:prSet/>
      <dgm:spPr/>
      <dgm:t>
        <a:bodyPr/>
        <a:lstStyle/>
        <a:p>
          <a:endParaRPr lang="en-US"/>
        </a:p>
      </dgm:t>
    </dgm:pt>
    <dgm:pt modelId="{F1870D79-456A-480F-B058-616FF90E99FF}">
      <dgm:prSet/>
      <dgm:spPr/>
      <dgm:t>
        <a:bodyPr/>
        <a:lstStyle/>
        <a:p>
          <a:r>
            <a:rPr lang="en-US"/>
            <a:t>Proof of Stake (PoS)</a:t>
          </a:r>
        </a:p>
      </dgm:t>
    </dgm:pt>
    <dgm:pt modelId="{37A69163-E8D1-4EDE-9B73-87495BBCE65A}" type="parTrans" cxnId="{56FEED23-A99D-43F8-ADD0-5228B5DE82E3}">
      <dgm:prSet/>
      <dgm:spPr/>
      <dgm:t>
        <a:bodyPr/>
        <a:lstStyle/>
        <a:p>
          <a:endParaRPr lang="en-US"/>
        </a:p>
      </dgm:t>
    </dgm:pt>
    <dgm:pt modelId="{7CAF529D-FBD3-4B54-AEF0-AF26EAC9B86B}" type="sibTrans" cxnId="{56FEED23-A99D-43F8-ADD0-5228B5DE82E3}">
      <dgm:prSet/>
      <dgm:spPr/>
      <dgm:t>
        <a:bodyPr/>
        <a:lstStyle/>
        <a:p>
          <a:endParaRPr lang="en-US"/>
        </a:p>
      </dgm:t>
    </dgm:pt>
    <dgm:pt modelId="{C3B59999-8484-4FF2-900F-9678D8ACBEC0}">
      <dgm:prSet/>
      <dgm:spPr/>
      <dgm:t>
        <a:bodyPr/>
        <a:lstStyle/>
        <a:p>
          <a:r>
            <a:rPr lang="en-US"/>
            <a:t>Stake cryptocurrency</a:t>
          </a:r>
        </a:p>
      </dgm:t>
    </dgm:pt>
    <dgm:pt modelId="{B3B6B5D9-EBAC-4EEB-BAD5-AC83BBB2FB6B}" type="parTrans" cxnId="{7007A3C0-4B63-43FE-9FA7-6040BE9952C2}">
      <dgm:prSet/>
      <dgm:spPr/>
      <dgm:t>
        <a:bodyPr/>
        <a:lstStyle/>
        <a:p>
          <a:endParaRPr lang="en-US"/>
        </a:p>
      </dgm:t>
    </dgm:pt>
    <dgm:pt modelId="{50934111-8BD5-41C9-A922-4D42E3E7EB7E}" type="sibTrans" cxnId="{7007A3C0-4B63-43FE-9FA7-6040BE9952C2}">
      <dgm:prSet/>
      <dgm:spPr/>
      <dgm:t>
        <a:bodyPr/>
        <a:lstStyle/>
        <a:p>
          <a:endParaRPr lang="en-US"/>
        </a:p>
      </dgm:t>
    </dgm:pt>
    <dgm:pt modelId="{AC3FCA71-5330-42B5-98D5-1C666CC64D6F}">
      <dgm:prSet/>
      <dgm:spPr/>
      <dgm:t>
        <a:bodyPr/>
        <a:lstStyle/>
        <a:p>
          <a:r>
            <a:rPr lang="en-US"/>
            <a:t>Energy efficient</a:t>
          </a:r>
        </a:p>
      </dgm:t>
    </dgm:pt>
    <dgm:pt modelId="{5C402B21-3D6D-4E6C-B6AF-91BCC85A9484}" type="parTrans" cxnId="{ADCC6C3C-759B-4152-BEB6-0D4093AAB3E4}">
      <dgm:prSet/>
      <dgm:spPr/>
      <dgm:t>
        <a:bodyPr/>
        <a:lstStyle/>
        <a:p>
          <a:endParaRPr lang="en-US"/>
        </a:p>
      </dgm:t>
    </dgm:pt>
    <dgm:pt modelId="{1BA33B42-1063-472E-8FA6-7A3AE55E47B8}" type="sibTrans" cxnId="{ADCC6C3C-759B-4152-BEB6-0D4093AAB3E4}">
      <dgm:prSet/>
      <dgm:spPr/>
      <dgm:t>
        <a:bodyPr/>
        <a:lstStyle/>
        <a:p>
          <a:endParaRPr lang="en-US"/>
        </a:p>
      </dgm:t>
    </dgm:pt>
    <dgm:pt modelId="{616FADA7-574B-443D-85BC-F571F59BF54B}">
      <dgm:prSet/>
      <dgm:spPr/>
      <dgm:t>
        <a:bodyPr/>
        <a:lstStyle/>
        <a:p>
          <a:r>
            <a:rPr lang="en-US"/>
            <a:t>Delegated PoS (DPoS)</a:t>
          </a:r>
        </a:p>
      </dgm:t>
    </dgm:pt>
    <dgm:pt modelId="{CD09B860-13FF-440B-B68E-32DAB3C22A37}" type="parTrans" cxnId="{97352161-4FAA-43A5-BAC1-1BC167BA4859}">
      <dgm:prSet/>
      <dgm:spPr/>
      <dgm:t>
        <a:bodyPr/>
        <a:lstStyle/>
        <a:p>
          <a:endParaRPr lang="en-US"/>
        </a:p>
      </dgm:t>
    </dgm:pt>
    <dgm:pt modelId="{E1406C7C-6106-40C4-BF5D-C70776411F18}" type="sibTrans" cxnId="{97352161-4FAA-43A5-BAC1-1BC167BA4859}">
      <dgm:prSet/>
      <dgm:spPr/>
      <dgm:t>
        <a:bodyPr/>
        <a:lstStyle/>
        <a:p>
          <a:endParaRPr lang="en-US"/>
        </a:p>
      </dgm:t>
    </dgm:pt>
    <dgm:pt modelId="{5CF4C298-0615-44E9-B999-1DF922130774}">
      <dgm:prSet/>
      <dgm:spPr/>
      <dgm:t>
        <a:bodyPr/>
        <a:lstStyle/>
        <a:p>
          <a:r>
            <a:rPr lang="en-US"/>
            <a:t>Democracy</a:t>
          </a:r>
        </a:p>
      </dgm:t>
    </dgm:pt>
    <dgm:pt modelId="{1F7DCEAF-4B7A-42DE-89F3-9E682BABAD14}" type="parTrans" cxnId="{C21C1F29-B5BE-4CDB-B6FD-8AA01EB220F5}">
      <dgm:prSet/>
      <dgm:spPr/>
      <dgm:t>
        <a:bodyPr/>
        <a:lstStyle/>
        <a:p>
          <a:endParaRPr lang="en-US"/>
        </a:p>
      </dgm:t>
    </dgm:pt>
    <dgm:pt modelId="{EFBE2E0E-15B5-46F3-BA39-F1817FD39044}" type="sibTrans" cxnId="{C21C1F29-B5BE-4CDB-B6FD-8AA01EB220F5}">
      <dgm:prSet/>
      <dgm:spPr/>
      <dgm:t>
        <a:bodyPr/>
        <a:lstStyle/>
        <a:p>
          <a:endParaRPr lang="en-US"/>
        </a:p>
      </dgm:t>
    </dgm:pt>
    <dgm:pt modelId="{9022228C-405E-4644-80DE-75D7F0F7777C}">
      <dgm:prSet/>
      <dgm:spPr/>
      <dgm:t>
        <a:bodyPr/>
        <a:lstStyle/>
        <a:p>
          <a:r>
            <a:rPr lang="en-US"/>
            <a:t>Not entirely decentralized. </a:t>
          </a:r>
        </a:p>
      </dgm:t>
    </dgm:pt>
    <dgm:pt modelId="{F6223F69-ED3B-4E1E-B825-20217EA355A9}" type="parTrans" cxnId="{BC22A874-9EFF-447E-8BDC-00CA0A87B833}">
      <dgm:prSet/>
      <dgm:spPr/>
      <dgm:t>
        <a:bodyPr/>
        <a:lstStyle/>
        <a:p>
          <a:endParaRPr lang="en-US"/>
        </a:p>
      </dgm:t>
    </dgm:pt>
    <dgm:pt modelId="{EA41CC96-0FBA-4236-8A7C-51587AC51DFE}" type="sibTrans" cxnId="{BC22A874-9EFF-447E-8BDC-00CA0A87B833}">
      <dgm:prSet/>
      <dgm:spPr/>
      <dgm:t>
        <a:bodyPr/>
        <a:lstStyle/>
        <a:p>
          <a:endParaRPr lang="en-US"/>
        </a:p>
      </dgm:t>
    </dgm:pt>
    <dgm:pt modelId="{4E1F0EB0-88D1-4150-8321-353F56D29D15}" type="pres">
      <dgm:prSet presAssocID="{2B900E5D-7016-4B1A-8FF4-8273303EF634}" presName="Name0" presStyleCnt="0">
        <dgm:presLayoutVars>
          <dgm:dir/>
          <dgm:animLvl val="lvl"/>
          <dgm:resizeHandles val="exact"/>
        </dgm:presLayoutVars>
      </dgm:prSet>
      <dgm:spPr/>
    </dgm:pt>
    <dgm:pt modelId="{54BBDF30-2A41-4C6C-BA0F-C3D329A64E43}" type="pres">
      <dgm:prSet presAssocID="{11E63058-6974-41D0-BAFE-72597D52B251}" presName="linNode" presStyleCnt="0"/>
      <dgm:spPr/>
    </dgm:pt>
    <dgm:pt modelId="{1DC2A4B6-A2E8-4557-AD73-2F7A65551D72}" type="pres">
      <dgm:prSet presAssocID="{11E63058-6974-41D0-BAFE-72597D52B251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DF9235B2-DC38-47EC-B320-F7F52CD21F32}" type="pres">
      <dgm:prSet presAssocID="{11E63058-6974-41D0-BAFE-72597D52B251}" presName="descendantText" presStyleLbl="alignAccFollowNode1" presStyleIdx="0" presStyleCnt="3">
        <dgm:presLayoutVars>
          <dgm:bulletEnabled val="1"/>
        </dgm:presLayoutVars>
      </dgm:prSet>
      <dgm:spPr/>
    </dgm:pt>
    <dgm:pt modelId="{735B7404-6D08-40F0-B2CB-92F473AE9E6E}" type="pres">
      <dgm:prSet presAssocID="{463AA252-4DAC-4626-90A2-A03C4032B19A}" presName="sp" presStyleCnt="0"/>
      <dgm:spPr/>
    </dgm:pt>
    <dgm:pt modelId="{3DF66794-0A52-4278-808A-407D8E08AE57}" type="pres">
      <dgm:prSet presAssocID="{F1870D79-456A-480F-B058-616FF90E99FF}" presName="linNode" presStyleCnt="0"/>
      <dgm:spPr/>
    </dgm:pt>
    <dgm:pt modelId="{DB932899-1A6E-43EF-8D25-844C96585F9B}" type="pres">
      <dgm:prSet presAssocID="{F1870D79-456A-480F-B058-616FF90E99FF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74A6188C-88CB-415F-9E6B-D402FFC8E002}" type="pres">
      <dgm:prSet presAssocID="{F1870D79-456A-480F-B058-616FF90E99FF}" presName="descendantText" presStyleLbl="alignAccFollowNode1" presStyleIdx="1" presStyleCnt="3">
        <dgm:presLayoutVars>
          <dgm:bulletEnabled val="1"/>
        </dgm:presLayoutVars>
      </dgm:prSet>
      <dgm:spPr/>
    </dgm:pt>
    <dgm:pt modelId="{8A592CD8-511E-437B-9343-8F51A4A64156}" type="pres">
      <dgm:prSet presAssocID="{7CAF529D-FBD3-4B54-AEF0-AF26EAC9B86B}" presName="sp" presStyleCnt="0"/>
      <dgm:spPr/>
    </dgm:pt>
    <dgm:pt modelId="{47502ACE-1E7B-43BA-B06D-8F140B5E4491}" type="pres">
      <dgm:prSet presAssocID="{616FADA7-574B-443D-85BC-F571F59BF54B}" presName="linNode" presStyleCnt="0"/>
      <dgm:spPr/>
    </dgm:pt>
    <dgm:pt modelId="{ACFD0A75-A837-40A1-8EB6-C6DF980AC5A0}" type="pres">
      <dgm:prSet presAssocID="{616FADA7-574B-443D-85BC-F571F59BF54B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619908C9-C3E0-4F45-8DEE-98985706BAFE}" type="pres">
      <dgm:prSet presAssocID="{616FADA7-574B-443D-85BC-F571F59BF54B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98BF9608-1F76-4DD1-B74D-CC57FEA90A04}" type="presOf" srcId="{AC3FCA71-5330-42B5-98D5-1C666CC64D6F}" destId="{74A6188C-88CB-415F-9E6B-D402FFC8E002}" srcOrd="0" destOrd="1" presId="urn:microsoft.com/office/officeart/2005/8/layout/vList5"/>
    <dgm:cxn modelId="{56FEED23-A99D-43F8-ADD0-5228B5DE82E3}" srcId="{2B900E5D-7016-4B1A-8FF4-8273303EF634}" destId="{F1870D79-456A-480F-B058-616FF90E99FF}" srcOrd="1" destOrd="0" parTransId="{37A69163-E8D1-4EDE-9B73-87495BBCE65A}" sibTransId="{7CAF529D-FBD3-4B54-AEF0-AF26EAC9B86B}"/>
    <dgm:cxn modelId="{C21C1F29-B5BE-4CDB-B6FD-8AA01EB220F5}" srcId="{616FADA7-574B-443D-85BC-F571F59BF54B}" destId="{5CF4C298-0615-44E9-B999-1DF922130774}" srcOrd="0" destOrd="0" parTransId="{1F7DCEAF-4B7A-42DE-89F3-9E682BABAD14}" sibTransId="{EFBE2E0E-15B5-46F3-BA39-F1817FD39044}"/>
    <dgm:cxn modelId="{3808232C-5CD4-4446-B35E-88C71940FD34}" srcId="{11E63058-6974-41D0-BAFE-72597D52B251}" destId="{5913706D-9363-422C-976A-F731761ADC45}" srcOrd="0" destOrd="0" parTransId="{8255548D-DA20-4469-823C-EF9864475BE2}" sibTransId="{7CD0B7DD-E6E3-4BCB-9C96-1588731CE81E}"/>
    <dgm:cxn modelId="{ADCC6C3C-759B-4152-BEB6-0D4093AAB3E4}" srcId="{F1870D79-456A-480F-B058-616FF90E99FF}" destId="{AC3FCA71-5330-42B5-98D5-1C666CC64D6F}" srcOrd="1" destOrd="0" parTransId="{5C402B21-3D6D-4E6C-B6AF-91BCC85A9484}" sibTransId="{1BA33B42-1063-472E-8FA6-7A3AE55E47B8}"/>
    <dgm:cxn modelId="{12DDC73F-9CF2-47CA-999A-351751DA85FE}" type="presOf" srcId="{5CF4C298-0615-44E9-B999-1DF922130774}" destId="{619908C9-C3E0-4F45-8DEE-98985706BAFE}" srcOrd="0" destOrd="0" presId="urn:microsoft.com/office/officeart/2005/8/layout/vList5"/>
    <dgm:cxn modelId="{F4712D5B-54E4-4F65-9318-8CDAC12A0B8C}" type="presOf" srcId="{F1870D79-456A-480F-B058-616FF90E99FF}" destId="{DB932899-1A6E-43EF-8D25-844C96585F9B}" srcOrd="0" destOrd="0" presId="urn:microsoft.com/office/officeart/2005/8/layout/vList5"/>
    <dgm:cxn modelId="{97352161-4FAA-43A5-BAC1-1BC167BA4859}" srcId="{2B900E5D-7016-4B1A-8FF4-8273303EF634}" destId="{616FADA7-574B-443D-85BC-F571F59BF54B}" srcOrd="2" destOrd="0" parTransId="{CD09B860-13FF-440B-B68E-32DAB3C22A37}" sibTransId="{E1406C7C-6106-40C4-BF5D-C70776411F18}"/>
    <dgm:cxn modelId="{DADE0543-0026-4717-89BC-28FAE8D5C575}" type="presOf" srcId="{9022228C-405E-4644-80DE-75D7F0F7777C}" destId="{619908C9-C3E0-4F45-8DEE-98985706BAFE}" srcOrd="0" destOrd="1" presId="urn:microsoft.com/office/officeart/2005/8/layout/vList5"/>
    <dgm:cxn modelId="{C7FDEE67-D9B5-4DD0-8B29-463FFE6703C9}" type="presOf" srcId="{1B15874F-5606-4E70-BE8A-442C6018052A}" destId="{DF9235B2-DC38-47EC-B320-F7F52CD21F32}" srcOrd="0" destOrd="1" presId="urn:microsoft.com/office/officeart/2005/8/layout/vList5"/>
    <dgm:cxn modelId="{BEE2786D-FEC0-44E2-9750-C417059471CD}" type="presOf" srcId="{616FADA7-574B-443D-85BC-F571F59BF54B}" destId="{ACFD0A75-A837-40A1-8EB6-C6DF980AC5A0}" srcOrd="0" destOrd="0" presId="urn:microsoft.com/office/officeart/2005/8/layout/vList5"/>
    <dgm:cxn modelId="{51FBE050-C03F-4924-A93A-0C2377CF014F}" srcId="{2B900E5D-7016-4B1A-8FF4-8273303EF634}" destId="{11E63058-6974-41D0-BAFE-72597D52B251}" srcOrd="0" destOrd="0" parTransId="{35AC91E7-10BA-4259-BE14-D8910CF0BB8C}" sibTransId="{463AA252-4DAC-4626-90A2-A03C4032B19A}"/>
    <dgm:cxn modelId="{BC22A874-9EFF-447E-8BDC-00CA0A87B833}" srcId="{616FADA7-574B-443D-85BC-F571F59BF54B}" destId="{9022228C-405E-4644-80DE-75D7F0F7777C}" srcOrd="1" destOrd="0" parTransId="{F6223F69-ED3B-4E1E-B825-20217EA355A9}" sibTransId="{EA41CC96-0FBA-4236-8A7C-51587AC51DFE}"/>
    <dgm:cxn modelId="{26A86A79-6EAD-438E-80BE-1BD57D6D0A31}" srcId="{11E63058-6974-41D0-BAFE-72597D52B251}" destId="{1B15874F-5606-4E70-BE8A-442C6018052A}" srcOrd="1" destOrd="0" parTransId="{78595DBF-8F7B-41D2-AC08-D835A37AFB18}" sibTransId="{B8F0F6A4-23A4-4C82-AF59-9C57C31F22F3}"/>
    <dgm:cxn modelId="{7007A3C0-4B63-43FE-9FA7-6040BE9952C2}" srcId="{F1870D79-456A-480F-B058-616FF90E99FF}" destId="{C3B59999-8484-4FF2-900F-9678D8ACBEC0}" srcOrd="0" destOrd="0" parTransId="{B3B6B5D9-EBAC-4EEB-BAD5-AC83BBB2FB6B}" sibTransId="{50934111-8BD5-41C9-A922-4D42E3E7EB7E}"/>
    <dgm:cxn modelId="{A58510C9-3BB7-4A7D-A4D1-BA9870D5F33D}" type="presOf" srcId="{2B900E5D-7016-4B1A-8FF4-8273303EF634}" destId="{4E1F0EB0-88D1-4150-8321-353F56D29D15}" srcOrd="0" destOrd="0" presId="urn:microsoft.com/office/officeart/2005/8/layout/vList5"/>
    <dgm:cxn modelId="{F359B3D7-9CB4-429A-9F8B-738AB47A2390}" type="presOf" srcId="{11E63058-6974-41D0-BAFE-72597D52B251}" destId="{1DC2A4B6-A2E8-4557-AD73-2F7A65551D72}" srcOrd="0" destOrd="0" presId="urn:microsoft.com/office/officeart/2005/8/layout/vList5"/>
    <dgm:cxn modelId="{08A081E9-1304-4B81-924F-C59C5CF9A392}" type="presOf" srcId="{5913706D-9363-422C-976A-F731761ADC45}" destId="{DF9235B2-DC38-47EC-B320-F7F52CD21F32}" srcOrd="0" destOrd="0" presId="urn:microsoft.com/office/officeart/2005/8/layout/vList5"/>
    <dgm:cxn modelId="{7FE742FD-04F4-48E8-9F6D-751E79728EEC}" type="presOf" srcId="{C3B59999-8484-4FF2-900F-9678D8ACBEC0}" destId="{74A6188C-88CB-415F-9E6B-D402FFC8E002}" srcOrd="0" destOrd="0" presId="urn:microsoft.com/office/officeart/2005/8/layout/vList5"/>
    <dgm:cxn modelId="{67D2E935-A996-4DA4-8CA1-9EE6FB40D1C9}" type="presParOf" srcId="{4E1F0EB0-88D1-4150-8321-353F56D29D15}" destId="{54BBDF30-2A41-4C6C-BA0F-C3D329A64E43}" srcOrd="0" destOrd="0" presId="urn:microsoft.com/office/officeart/2005/8/layout/vList5"/>
    <dgm:cxn modelId="{62F91EA1-1896-48BF-A438-EB5195DC03CF}" type="presParOf" srcId="{54BBDF30-2A41-4C6C-BA0F-C3D329A64E43}" destId="{1DC2A4B6-A2E8-4557-AD73-2F7A65551D72}" srcOrd="0" destOrd="0" presId="urn:microsoft.com/office/officeart/2005/8/layout/vList5"/>
    <dgm:cxn modelId="{41CE97C6-C314-468F-9C8F-5B13DB8D780B}" type="presParOf" srcId="{54BBDF30-2A41-4C6C-BA0F-C3D329A64E43}" destId="{DF9235B2-DC38-47EC-B320-F7F52CD21F32}" srcOrd="1" destOrd="0" presId="urn:microsoft.com/office/officeart/2005/8/layout/vList5"/>
    <dgm:cxn modelId="{427D8B6A-2D4C-41EB-9764-F1A9F3671BC0}" type="presParOf" srcId="{4E1F0EB0-88D1-4150-8321-353F56D29D15}" destId="{735B7404-6D08-40F0-B2CB-92F473AE9E6E}" srcOrd="1" destOrd="0" presId="urn:microsoft.com/office/officeart/2005/8/layout/vList5"/>
    <dgm:cxn modelId="{394A01A0-C8F4-4AD6-ADAF-FC064DCA8FAF}" type="presParOf" srcId="{4E1F0EB0-88D1-4150-8321-353F56D29D15}" destId="{3DF66794-0A52-4278-808A-407D8E08AE57}" srcOrd="2" destOrd="0" presId="urn:microsoft.com/office/officeart/2005/8/layout/vList5"/>
    <dgm:cxn modelId="{0628FE20-C959-471C-A943-512733592087}" type="presParOf" srcId="{3DF66794-0A52-4278-808A-407D8E08AE57}" destId="{DB932899-1A6E-43EF-8D25-844C96585F9B}" srcOrd="0" destOrd="0" presId="urn:microsoft.com/office/officeart/2005/8/layout/vList5"/>
    <dgm:cxn modelId="{D538DAA5-5D84-47A2-A7B9-72056251ABE4}" type="presParOf" srcId="{3DF66794-0A52-4278-808A-407D8E08AE57}" destId="{74A6188C-88CB-415F-9E6B-D402FFC8E002}" srcOrd="1" destOrd="0" presId="urn:microsoft.com/office/officeart/2005/8/layout/vList5"/>
    <dgm:cxn modelId="{DFF62EEA-C34D-4563-914E-8E4E6782C955}" type="presParOf" srcId="{4E1F0EB0-88D1-4150-8321-353F56D29D15}" destId="{8A592CD8-511E-437B-9343-8F51A4A64156}" srcOrd="3" destOrd="0" presId="urn:microsoft.com/office/officeart/2005/8/layout/vList5"/>
    <dgm:cxn modelId="{15D8E3AD-D161-4332-AAA6-8A8A2F34ED05}" type="presParOf" srcId="{4E1F0EB0-88D1-4150-8321-353F56D29D15}" destId="{47502ACE-1E7B-43BA-B06D-8F140B5E4491}" srcOrd="4" destOrd="0" presId="urn:microsoft.com/office/officeart/2005/8/layout/vList5"/>
    <dgm:cxn modelId="{65207BBF-AD08-4802-83E1-8449ABE3B3D7}" type="presParOf" srcId="{47502ACE-1E7B-43BA-B06D-8F140B5E4491}" destId="{ACFD0A75-A837-40A1-8EB6-C6DF980AC5A0}" srcOrd="0" destOrd="0" presId="urn:microsoft.com/office/officeart/2005/8/layout/vList5"/>
    <dgm:cxn modelId="{8DF4173B-329A-4CB7-81B2-79A9A311DBA5}" type="presParOf" srcId="{47502ACE-1E7B-43BA-B06D-8F140B5E4491}" destId="{619908C9-C3E0-4F45-8DEE-98985706BAF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9087C86-438D-47A4-AF73-43024A05CB2F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841AF27F-B0DF-494C-8F9A-C9F38ADA6F03}">
      <dgm:prSet/>
      <dgm:spPr/>
      <dgm:t>
        <a:bodyPr/>
        <a:lstStyle/>
        <a:p>
          <a:pPr>
            <a:defRPr cap="all"/>
          </a:pPr>
          <a:r>
            <a:rPr lang="en-US"/>
            <a:t>Finance</a:t>
          </a:r>
        </a:p>
      </dgm:t>
    </dgm:pt>
    <dgm:pt modelId="{3816B5DD-E58A-457E-A0A1-263F3E68DEA4}" type="parTrans" cxnId="{5036FC13-2C40-4A99-9FD8-7D648B0E2BCF}">
      <dgm:prSet/>
      <dgm:spPr/>
      <dgm:t>
        <a:bodyPr/>
        <a:lstStyle/>
        <a:p>
          <a:endParaRPr lang="en-US"/>
        </a:p>
      </dgm:t>
    </dgm:pt>
    <dgm:pt modelId="{E976B451-323F-479D-82B1-9BFD1B6B292E}" type="sibTrans" cxnId="{5036FC13-2C40-4A99-9FD8-7D648B0E2BCF}">
      <dgm:prSet/>
      <dgm:spPr/>
      <dgm:t>
        <a:bodyPr/>
        <a:lstStyle/>
        <a:p>
          <a:endParaRPr lang="en-US"/>
        </a:p>
      </dgm:t>
    </dgm:pt>
    <dgm:pt modelId="{0DAD4405-8754-4504-A4E9-EFE86E26CC47}">
      <dgm:prSet/>
      <dgm:spPr/>
      <dgm:t>
        <a:bodyPr/>
        <a:lstStyle/>
        <a:p>
          <a:pPr>
            <a:defRPr cap="all"/>
          </a:pPr>
          <a:r>
            <a:rPr lang="en-US"/>
            <a:t>Supply Chain</a:t>
          </a:r>
        </a:p>
      </dgm:t>
    </dgm:pt>
    <dgm:pt modelId="{020E67A3-3DF9-4EDB-AB1D-9FF335FC5148}" type="parTrans" cxnId="{A052A9EA-A82F-4E75-8D2C-A144E634CE61}">
      <dgm:prSet/>
      <dgm:spPr/>
      <dgm:t>
        <a:bodyPr/>
        <a:lstStyle/>
        <a:p>
          <a:endParaRPr lang="en-US"/>
        </a:p>
      </dgm:t>
    </dgm:pt>
    <dgm:pt modelId="{DD4680C5-79BD-477A-89C5-3DBE2375CBCA}" type="sibTrans" cxnId="{A052A9EA-A82F-4E75-8D2C-A144E634CE61}">
      <dgm:prSet/>
      <dgm:spPr/>
      <dgm:t>
        <a:bodyPr/>
        <a:lstStyle/>
        <a:p>
          <a:endParaRPr lang="en-US"/>
        </a:p>
      </dgm:t>
    </dgm:pt>
    <dgm:pt modelId="{2C29C6D9-62A7-46A5-9E37-3B60BD22B024}">
      <dgm:prSet/>
      <dgm:spPr/>
      <dgm:t>
        <a:bodyPr/>
        <a:lstStyle/>
        <a:p>
          <a:pPr>
            <a:defRPr cap="all"/>
          </a:pPr>
          <a:r>
            <a:rPr lang="en-US"/>
            <a:t>Healthcare</a:t>
          </a:r>
        </a:p>
      </dgm:t>
    </dgm:pt>
    <dgm:pt modelId="{3AF60F5B-A8D8-4744-9AB3-91767C122EC9}" type="parTrans" cxnId="{E45C28F6-A3AA-47A8-9A8D-FFD992D2F685}">
      <dgm:prSet/>
      <dgm:spPr/>
      <dgm:t>
        <a:bodyPr/>
        <a:lstStyle/>
        <a:p>
          <a:endParaRPr lang="en-US"/>
        </a:p>
      </dgm:t>
    </dgm:pt>
    <dgm:pt modelId="{742E089F-0940-465B-8C15-829B70BA1A69}" type="sibTrans" cxnId="{E45C28F6-A3AA-47A8-9A8D-FFD992D2F685}">
      <dgm:prSet/>
      <dgm:spPr/>
      <dgm:t>
        <a:bodyPr/>
        <a:lstStyle/>
        <a:p>
          <a:endParaRPr lang="en-US"/>
        </a:p>
      </dgm:t>
    </dgm:pt>
    <dgm:pt modelId="{FC80508E-F9E8-4A26-9319-8AA6891F6574}">
      <dgm:prSet/>
      <dgm:spPr/>
      <dgm:t>
        <a:bodyPr/>
        <a:lstStyle/>
        <a:p>
          <a:pPr>
            <a:defRPr cap="all"/>
          </a:pPr>
          <a:r>
            <a:rPr lang="en-US"/>
            <a:t>IoT</a:t>
          </a:r>
        </a:p>
      </dgm:t>
    </dgm:pt>
    <dgm:pt modelId="{49DBDC0D-D8E6-4946-B661-25848DF761E5}" type="parTrans" cxnId="{3B5166BA-9491-40B6-8928-6F5C6DFD5606}">
      <dgm:prSet/>
      <dgm:spPr/>
      <dgm:t>
        <a:bodyPr/>
        <a:lstStyle/>
        <a:p>
          <a:endParaRPr lang="en-US"/>
        </a:p>
      </dgm:t>
    </dgm:pt>
    <dgm:pt modelId="{A639A78F-AF85-4DAC-99CA-ECA2B0C0AE60}" type="sibTrans" cxnId="{3B5166BA-9491-40B6-8928-6F5C6DFD5606}">
      <dgm:prSet/>
      <dgm:spPr/>
      <dgm:t>
        <a:bodyPr/>
        <a:lstStyle/>
        <a:p>
          <a:endParaRPr lang="en-US"/>
        </a:p>
      </dgm:t>
    </dgm:pt>
    <dgm:pt modelId="{5BFEDD69-74B1-4785-A765-F8B7D10B69AE}">
      <dgm:prSet/>
      <dgm:spPr/>
      <dgm:t>
        <a:bodyPr/>
        <a:lstStyle/>
        <a:p>
          <a:pPr>
            <a:defRPr cap="all"/>
          </a:pPr>
          <a:r>
            <a:rPr lang="en-US"/>
            <a:t>Identity management</a:t>
          </a:r>
        </a:p>
      </dgm:t>
    </dgm:pt>
    <dgm:pt modelId="{8DE0B815-533C-4106-A36E-7848BA367F51}" type="parTrans" cxnId="{AC10DA1D-DAA5-4FD8-812C-5D247398C9AD}">
      <dgm:prSet/>
      <dgm:spPr/>
      <dgm:t>
        <a:bodyPr/>
        <a:lstStyle/>
        <a:p>
          <a:endParaRPr lang="en-US"/>
        </a:p>
      </dgm:t>
    </dgm:pt>
    <dgm:pt modelId="{5CE42378-2A9D-43DF-839E-359D4C41045B}" type="sibTrans" cxnId="{AC10DA1D-DAA5-4FD8-812C-5D247398C9AD}">
      <dgm:prSet/>
      <dgm:spPr/>
      <dgm:t>
        <a:bodyPr/>
        <a:lstStyle/>
        <a:p>
          <a:endParaRPr lang="en-US"/>
        </a:p>
      </dgm:t>
    </dgm:pt>
    <dgm:pt modelId="{C13F433C-FDA3-48FE-BC62-558941EC7EFE}">
      <dgm:prSet/>
      <dgm:spPr/>
      <dgm:t>
        <a:bodyPr/>
        <a:lstStyle/>
        <a:p>
          <a:pPr>
            <a:defRPr cap="all"/>
          </a:pPr>
          <a:r>
            <a:rPr lang="en-US"/>
            <a:t>Government</a:t>
          </a:r>
        </a:p>
      </dgm:t>
    </dgm:pt>
    <dgm:pt modelId="{D4F9E3F2-D190-4090-B3FA-65E79994637A}" type="parTrans" cxnId="{9FA7FF32-042E-425C-99B2-E01E25ED1458}">
      <dgm:prSet/>
      <dgm:spPr/>
      <dgm:t>
        <a:bodyPr/>
        <a:lstStyle/>
        <a:p>
          <a:endParaRPr lang="en-US"/>
        </a:p>
      </dgm:t>
    </dgm:pt>
    <dgm:pt modelId="{1D4BD469-74E6-4239-ACF9-9A9D7F19FCB8}" type="sibTrans" cxnId="{9FA7FF32-042E-425C-99B2-E01E25ED1458}">
      <dgm:prSet/>
      <dgm:spPr/>
      <dgm:t>
        <a:bodyPr/>
        <a:lstStyle/>
        <a:p>
          <a:endParaRPr lang="en-US"/>
        </a:p>
      </dgm:t>
    </dgm:pt>
    <dgm:pt modelId="{9125BCBA-296C-4C46-B5F7-40E2CFE1E391}" type="pres">
      <dgm:prSet presAssocID="{79087C86-438D-47A4-AF73-43024A05CB2F}" presName="root" presStyleCnt="0">
        <dgm:presLayoutVars>
          <dgm:dir/>
          <dgm:resizeHandles val="exact"/>
        </dgm:presLayoutVars>
      </dgm:prSet>
      <dgm:spPr/>
    </dgm:pt>
    <dgm:pt modelId="{8207B85B-DE5C-467A-AE98-BBF01ABCCEDB}" type="pres">
      <dgm:prSet presAssocID="{841AF27F-B0DF-494C-8F9A-C9F38ADA6F03}" presName="compNode" presStyleCnt="0"/>
      <dgm:spPr/>
    </dgm:pt>
    <dgm:pt modelId="{43F65944-2499-4C6B-B5E8-D07D718C8C0F}" type="pres">
      <dgm:prSet presAssocID="{841AF27F-B0DF-494C-8F9A-C9F38ADA6F03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7B08CC23-80C2-4B6E-A184-FFB284FEA3AF}" type="pres">
      <dgm:prSet presAssocID="{841AF27F-B0DF-494C-8F9A-C9F38ADA6F03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09D6C4E6-820C-4B64-8625-E43D5349C81F}" type="pres">
      <dgm:prSet presAssocID="{841AF27F-B0DF-494C-8F9A-C9F38ADA6F03}" presName="spaceRect" presStyleCnt="0"/>
      <dgm:spPr/>
    </dgm:pt>
    <dgm:pt modelId="{8E0E5A01-EA97-4C99-A826-E73BB0819750}" type="pres">
      <dgm:prSet presAssocID="{841AF27F-B0DF-494C-8F9A-C9F38ADA6F03}" presName="textRect" presStyleLbl="revTx" presStyleIdx="0" presStyleCnt="6">
        <dgm:presLayoutVars>
          <dgm:chMax val="1"/>
          <dgm:chPref val="1"/>
        </dgm:presLayoutVars>
      </dgm:prSet>
      <dgm:spPr/>
    </dgm:pt>
    <dgm:pt modelId="{9BCC4E4E-5A52-4E84-BFFA-33C402B56198}" type="pres">
      <dgm:prSet presAssocID="{E976B451-323F-479D-82B1-9BFD1B6B292E}" presName="sibTrans" presStyleCnt="0"/>
      <dgm:spPr/>
    </dgm:pt>
    <dgm:pt modelId="{CE84F6A6-C689-4832-A853-924C935248D4}" type="pres">
      <dgm:prSet presAssocID="{0DAD4405-8754-4504-A4E9-EFE86E26CC47}" presName="compNode" presStyleCnt="0"/>
      <dgm:spPr/>
    </dgm:pt>
    <dgm:pt modelId="{40177ACB-5C5F-4495-BE45-39416403EF65}" type="pres">
      <dgm:prSet presAssocID="{0DAD4405-8754-4504-A4E9-EFE86E26CC47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A6A0FC07-CF8A-4246-87E5-CEEECE0E920C}" type="pres">
      <dgm:prSet presAssocID="{0DAD4405-8754-4504-A4E9-EFE86E26CC47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E5AD90C5-C9D9-4404-93E3-176671C685B1}" type="pres">
      <dgm:prSet presAssocID="{0DAD4405-8754-4504-A4E9-EFE86E26CC47}" presName="spaceRect" presStyleCnt="0"/>
      <dgm:spPr/>
    </dgm:pt>
    <dgm:pt modelId="{F91B1CE5-B56A-405B-8FA8-01B509F4CCF1}" type="pres">
      <dgm:prSet presAssocID="{0DAD4405-8754-4504-A4E9-EFE86E26CC47}" presName="textRect" presStyleLbl="revTx" presStyleIdx="1" presStyleCnt="6">
        <dgm:presLayoutVars>
          <dgm:chMax val="1"/>
          <dgm:chPref val="1"/>
        </dgm:presLayoutVars>
      </dgm:prSet>
      <dgm:spPr/>
    </dgm:pt>
    <dgm:pt modelId="{F179D617-5F04-4EBC-985A-98F9914DB109}" type="pres">
      <dgm:prSet presAssocID="{DD4680C5-79BD-477A-89C5-3DBE2375CBCA}" presName="sibTrans" presStyleCnt="0"/>
      <dgm:spPr/>
    </dgm:pt>
    <dgm:pt modelId="{8DD4A7F3-5383-4B77-ABEA-2C3E422B42E5}" type="pres">
      <dgm:prSet presAssocID="{2C29C6D9-62A7-46A5-9E37-3B60BD22B024}" presName="compNode" presStyleCnt="0"/>
      <dgm:spPr/>
    </dgm:pt>
    <dgm:pt modelId="{0671F1C4-16EE-42B6-8193-73DCCE4BD3DA}" type="pres">
      <dgm:prSet presAssocID="{2C29C6D9-62A7-46A5-9E37-3B60BD22B024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8BAB23C6-F221-49D7-BFBC-93FAD5178324}" type="pres">
      <dgm:prSet presAssocID="{2C29C6D9-62A7-46A5-9E37-3B60BD22B024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al"/>
        </a:ext>
      </dgm:extLst>
    </dgm:pt>
    <dgm:pt modelId="{7C37E27B-7972-4CC9-B25F-2E4239FC788E}" type="pres">
      <dgm:prSet presAssocID="{2C29C6D9-62A7-46A5-9E37-3B60BD22B024}" presName="spaceRect" presStyleCnt="0"/>
      <dgm:spPr/>
    </dgm:pt>
    <dgm:pt modelId="{90D8AFB9-5361-4D6E-A28C-D9A8CE8F3764}" type="pres">
      <dgm:prSet presAssocID="{2C29C6D9-62A7-46A5-9E37-3B60BD22B024}" presName="textRect" presStyleLbl="revTx" presStyleIdx="2" presStyleCnt="6">
        <dgm:presLayoutVars>
          <dgm:chMax val="1"/>
          <dgm:chPref val="1"/>
        </dgm:presLayoutVars>
      </dgm:prSet>
      <dgm:spPr/>
    </dgm:pt>
    <dgm:pt modelId="{ED7D1C9B-0900-4948-A517-030284DC117F}" type="pres">
      <dgm:prSet presAssocID="{742E089F-0940-465B-8C15-829B70BA1A69}" presName="sibTrans" presStyleCnt="0"/>
      <dgm:spPr/>
    </dgm:pt>
    <dgm:pt modelId="{E4217EE6-8349-43EE-948D-0C6F62892442}" type="pres">
      <dgm:prSet presAssocID="{FC80508E-F9E8-4A26-9319-8AA6891F6574}" presName="compNode" presStyleCnt="0"/>
      <dgm:spPr/>
    </dgm:pt>
    <dgm:pt modelId="{7F0BFACB-48B9-4DD8-B9BA-2E1C7F31C363}" type="pres">
      <dgm:prSet presAssocID="{FC80508E-F9E8-4A26-9319-8AA6891F6574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ADB5C571-FBA3-4C42-96FD-CD214503ED9E}" type="pres">
      <dgm:prSet presAssocID="{FC80508E-F9E8-4A26-9319-8AA6891F6574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E30FF1E9-0776-4363-BD04-D421316802A2}" type="pres">
      <dgm:prSet presAssocID="{FC80508E-F9E8-4A26-9319-8AA6891F6574}" presName="spaceRect" presStyleCnt="0"/>
      <dgm:spPr/>
    </dgm:pt>
    <dgm:pt modelId="{0B17ABE3-37F3-44F8-BC78-D11445686573}" type="pres">
      <dgm:prSet presAssocID="{FC80508E-F9E8-4A26-9319-8AA6891F6574}" presName="textRect" presStyleLbl="revTx" presStyleIdx="3" presStyleCnt="6">
        <dgm:presLayoutVars>
          <dgm:chMax val="1"/>
          <dgm:chPref val="1"/>
        </dgm:presLayoutVars>
      </dgm:prSet>
      <dgm:spPr/>
    </dgm:pt>
    <dgm:pt modelId="{033C5EC3-0A57-4C14-ABBF-8C8822F84FFC}" type="pres">
      <dgm:prSet presAssocID="{A639A78F-AF85-4DAC-99CA-ECA2B0C0AE60}" presName="sibTrans" presStyleCnt="0"/>
      <dgm:spPr/>
    </dgm:pt>
    <dgm:pt modelId="{CA648092-D17E-4690-9DA8-5F64C5FF2E83}" type="pres">
      <dgm:prSet presAssocID="{5BFEDD69-74B1-4785-A765-F8B7D10B69AE}" presName="compNode" presStyleCnt="0"/>
      <dgm:spPr/>
    </dgm:pt>
    <dgm:pt modelId="{8A97D6D7-C2C6-4D38-A58F-5A3083969B45}" type="pres">
      <dgm:prSet presAssocID="{5BFEDD69-74B1-4785-A765-F8B7D10B69AE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91497257-0E30-4EB7-BA6D-A1F3513F1A1C}" type="pres">
      <dgm:prSet presAssocID="{5BFEDD69-74B1-4785-A765-F8B7D10B69AE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7B32B4E5-B45C-4BF3-8BDE-6886EB352AD2}" type="pres">
      <dgm:prSet presAssocID="{5BFEDD69-74B1-4785-A765-F8B7D10B69AE}" presName="spaceRect" presStyleCnt="0"/>
      <dgm:spPr/>
    </dgm:pt>
    <dgm:pt modelId="{0BBB01BE-BDC7-4071-A048-6D24716B1512}" type="pres">
      <dgm:prSet presAssocID="{5BFEDD69-74B1-4785-A765-F8B7D10B69AE}" presName="textRect" presStyleLbl="revTx" presStyleIdx="4" presStyleCnt="6">
        <dgm:presLayoutVars>
          <dgm:chMax val="1"/>
          <dgm:chPref val="1"/>
        </dgm:presLayoutVars>
      </dgm:prSet>
      <dgm:spPr/>
    </dgm:pt>
    <dgm:pt modelId="{EB054409-CE38-41CA-88A3-A9C435651136}" type="pres">
      <dgm:prSet presAssocID="{5CE42378-2A9D-43DF-839E-359D4C41045B}" presName="sibTrans" presStyleCnt="0"/>
      <dgm:spPr/>
    </dgm:pt>
    <dgm:pt modelId="{85AB868E-4282-4E2D-8292-9C6697F2B42C}" type="pres">
      <dgm:prSet presAssocID="{C13F433C-FDA3-48FE-BC62-558941EC7EFE}" presName="compNode" presStyleCnt="0"/>
      <dgm:spPr/>
    </dgm:pt>
    <dgm:pt modelId="{80EED600-2EAE-4FBF-882F-DC31884552E0}" type="pres">
      <dgm:prSet presAssocID="{C13F433C-FDA3-48FE-BC62-558941EC7EFE}" presName="iconBgRect" presStyleLbl="bgShp" presStyleIdx="5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558D5CA7-7390-464A-81B5-47C6138ACA70}" type="pres">
      <dgm:prSet presAssocID="{C13F433C-FDA3-48FE-BC62-558941EC7EFE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urt"/>
        </a:ext>
      </dgm:extLst>
    </dgm:pt>
    <dgm:pt modelId="{BAE45483-3190-4759-BC52-72C9324EBD0E}" type="pres">
      <dgm:prSet presAssocID="{C13F433C-FDA3-48FE-BC62-558941EC7EFE}" presName="spaceRect" presStyleCnt="0"/>
      <dgm:spPr/>
    </dgm:pt>
    <dgm:pt modelId="{C89665AA-31FA-47D0-94B3-E7D4E90C8E08}" type="pres">
      <dgm:prSet presAssocID="{C13F433C-FDA3-48FE-BC62-558941EC7EFE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5036FC13-2C40-4A99-9FD8-7D648B0E2BCF}" srcId="{79087C86-438D-47A4-AF73-43024A05CB2F}" destId="{841AF27F-B0DF-494C-8F9A-C9F38ADA6F03}" srcOrd="0" destOrd="0" parTransId="{3816B5DD-E58A-457E-A0A1-263F3E68DEA4}" sibTransId="{E976B451-323F-479D-82B1-9BFD1B6B292E}"/>
    <dgm:cxn modelId="{AC10DA1D-DAA5-4FD8-812C-5D247398C9AD}" srcId="{79087C86-438D-47A4-AF73-43024A05CB2F}" destId="{5BFEDD69-74B1-4785-A765-F8B7D10B69AE}" srcOrd="4" destOrd="0" parTransId="{8DE0B815-533C-4106-A36E-7848BA367F51}" sibTransId="{5CE42378-2A9D-43DF-839E-359D4C41045B}"/>
    <dgm:cxn modelId="{9FA7FF32-042E-425C-99B2-E01E25ED1458}" srcId="{79087C86-438D-47A4-AF73-43024A05CB2F}" destId="{C13F433C-FDA3-48FE-BC62-558941EC7EFE}" srcOrd="5" destOrd="0" parTransId="{D4F9E3F2-D190-4090-B3FA-65E79994637A}" sibTransId="{1D4BD469-74E6-4239-ACF9-9A9D7F19FCB8}"/>
    <dgm:cxn modelId="{CAD00D62-C6C9-4D17-8C8E-DD4448A274D5}" type="presOf" srcId="{FC80508E-F9E8-4A26-9319-8AA6891F6574}" destId="{0B17ABE3-37F3-44F8-BC78-D11445686573}" srcOrd="0" destOrd="0" presId="urn:microsoft.com/office/officeart/2018/5/layout/IconLeafLabelList"/>
    <dgm:cxn modelId="{1762527D-718A-4D31-B513-2EFA00A136EF}" type="presOf" srcId="{2C29C6D9-62A7-46A5-9E37-3B60BD22B024}" destId="{90D8AFB9-5361-4D6E-A28C-D9A8CE8F3764}" srcOrd="0" destOrd="0" presId="urn:microsoft.com/office/officeart/2018/5/layout/IconLeafLabelList"/>
    <dgm:cxn modelId="{FE754B94-ED21-4FCE-AF6A-29F16C56635E}" type="presOf" srcId="{841AF27F-B0DF-494C-8F9A-C9F38ADA6F03}" destId="{8E0E5A01-EA97-4C99-A826-E73BB0819750}" srcOrd="0" destOrd="0" presId="urn:microsoft.com/office/officeart/2018/5/layout/IconLeafLabelList"/>
    <dgm:cxn modelId="{F6436B95-B232-435B-A5CC-0CEE5C5EC159}" type="presOf" srcId="{79087C86-438D-47A4-AF73-43024A05CB2F}" destId="{9125BCBA-296C-4C46-B5F7-40E2CFE1E391}" srcOrd="0" destOrd="0" presId="urn:microsoft.com/office/officeart/2018/5/layout/IconLeafLabelList"/>
    <dgm:cxn modelId="{80F539A8-CBCD-430D-85A9-076261E4F677}" type="presOf" srcId="{0DAD4405-8754-4504-A4E9-EFE86E26CC47}" destId="{F91B1CE5-B56A-405B-8FA8-01B509F4CCF1}" srcOrd="0" destOrd="0" presId="urn:microsoft.com/office/officeart/2018/5/layout/IconLeafLabelList"/>
    <dgm:cxn modelId="{3B5166BA-9491-40B6-8928-6F5C6DFD5606}" srcId="{79087C86-438D-47A4-AF73-43024A05CB2F}" destId="{FC80508E-F9E8-4A26-9319-8AA6891F6574}" srcOrd="3" destOrd="0" parTransId="{49DBDC0D-D8E6-4946-B661-25848DF761E5}" sibTransId="{A639A78F-AF85-4DAC-99CA-ECA2B0C0AE60}"/>
    <dgm:cxn modelId="{A052A9EA-A82F-4E75-8D2C-A144E634CE61}" srcId="{79087C86-438D-47A4-AF73-43024A05CB2F}" destId="{0DAD4405-8754-4504-A4E9-EFE86E26CC47}" srcOrd="1" destOrd="0" parTransId="{020E67A3-3DF9-4EDB-AB1D-9FF335FC5148}" sibTransId="{DD4680C5-79BD-477A-89C5-3DBE2375CBCA}"/>
    <dgm:cxn modelId="{CC7A12F5-BEF8-4392-B34C-C7B4040C1794}" type="presOf" srcId="{5BFEDD69-74B1-4785-A765-F8B7D10B69AE}" destId="{0BBB01BE-BDC7-4071-A048-6D24716B1512}" srcOrd="0" destOrd="0" presId="urn:microsoft.com/office/officeart/2018/5/layout/IconLeafLabelList"/>
    <dgm:cxn modelId="{E45C28F6-A3AA-47A8-9A8D-FFD992D2F685}" srcId="{79087C86-438D-47A4-AF73-43024A05CB2F}" destId="{2C29C6D9-62A7-46A5-9E37-3B60BD22B024}" srcOrd="2" destOrd="0" parTransId="{3AF60F5B-A8D8-4744-9AB3-91767C122EC9}" sibTransId="{742E089F-0940-465B-8C15-829B70BA1A69}"/>
    <dgm:cxn modelId="{F25759F6-546C-4A24-9626-7DE839041520}" type="presOf" srcId="{C13F433C-FDA3-48FE-BC62-558941EC7EFE}" destId="{C89665AA-31FA-47D0-94B3-E7D4E90C8E08}" srcOrd="0" destOrd="0" presId="urn:microsoft.com/office/officeart/2018/5/layout/IconLeafLabelList"/>
    <dgm:cxn modelId="{9ED1D4A7-5043-4331-B3A3-6B1659A2571B}" type="presParOf" srcId="{9125BCBA-296C-4C46-B5F7-40E2CFE1E391}" destId="{8207B85B-DE5C-467A-AE98-BBF01ABCCEDB}" srcOrd="0" destOrd="0" presId="urn:microsoft.com/office/officeart/2018/5/layout/IconLeafLabelList"/>
    <dgm:cxn modelId="{7A393EB0-263C-48E7-B635-1AFAD5BB7BC5}" type="presParOf" srcId="{8207B85B-DE5C-467A-AE98-BBF01ABCCEDB}" destId="{43F65944-2499-4C6B-B5E8-D07D718C8C0F}" srcOrd="0" destOrd="0" presId="urn:microsoft.com/office/officeart/2018/5/layout/IconLeafLabelList"/>
    <dgm:cxn modelId="{1F14FB3B-0BDB-4762-84BA-72FE983759E3}" type="presParOf" srcId="{8207B85B-DE5C-467A-AE98-BBF01ABCCEDB}" destId="{7B08CC23-80C2-4B6E-A184-FFB284FEA3AF}" srcOrd="1" destOrd="0" presId="urn:microsoft.com/office/officeart/2018/5/layout/IconLeafLabelList"/>
    <dgm:cxn modelId="{91AEEB04-FC9B-4D88-8CBB-5D87B8310E65}" type="presParOf" srcId="{8207B85B-DE5C-467A-AE98-BBF01ABCCEDB}" destId="{09D6C4E6-820C-4B64-8625-E43D5349C81F}" srcOrd="2" destOrd="0" presId="urn:microsoft.com/office/officeart/2018/5/layout/IconLeafLabelList"/>
    <dgm:cxn modelId="{D1C697C5-F38E-4A38-98C1-031C26706B3A}" type="presParOf" srcId="{8207B85B-DE5C-467A-AE98-BBF01ABCCEDB}" destId="{8E0E5A01-EA97-4C99-A826-E73BB0819750}" srcOrd="3" destOrd="0" presId="urn:microsoft.com/office/officeart/2018/5/layout/IconLeafLabelList"/>
    <dgm:cxn modelId="{290BBB98-19C0-4C94-8A66-8BC9D283555E}" type="presParOf" srcId="{9125BCBA-296C-4C46-B5F7-40E2CFE1E391}" destId="{9BCC4E4E-5A52-4E84-BFFA-33C402B56198}" srcOrd="1" destOrd="0" presId="urn:microsoft.com/office/officeart/2018/5/layout/IconLeafLabelList"/>
    <dgm:cxn modelId="{51D4359F-860D-4993-83DD-CC685B75DBE6}" type="presParOf" srcId="{9125BCBA-296C-4C46-B5F7-40E2CFE1E391}" destId="{CE84F6A6-C689-4832-A853-924C935248D4}" srcOrd="2" destOrd="0" presId="urn:microsoft.com/office/officeart/2018/5/layout/IconLeafLabelList"/>
    <dgm:cxn modelId="{524A5713-71EB-4E93-8254-3F9D3BCBBC32}" type="presParOf" srcId="{CE84F6A6-C689-4832-A853-924C935248D4}" destId="{40177ACB-5C5F-4495-BE45-39416403EF65}" srcOrd="0" destOrd="0" presId="urn:microsoft.com/office/officeart/2018/5/layout/IconLeafLabelList"/>
    <dgm:cxn modelId="{8DBF9DFA-7664-48EC-9EF9-7815FE48D250}" type="presParOf" srcId="{CE84F6A6-C689-4832-A853-924C935248D4}" destId="{A6A0FC07-CF8A-4246-87E5-CEEECE0E920C}" srcOrd="1" destOrd="0" presId="urn:microsoft.com/office/officeart/2018/5/layout/IconLeafLabelList"/>
    <dgm:cxn modelId="{F1167F30-EA1C-4EE8-B383-D5220329B6A7}" type="presParOf" srcId="{CE84F6A6-C689-4832-A853-924C935248D4}" destId="{E5AD90C5-C9D9-4404-93E3-176671C685B1}" srcOrd="2" destOrd="0" presId="urn:microsoft.com/office/officeart/2018/5/layout/IconLeafLabelList"/>
    <dgm:cxn modelId="{CD14F2AE-9879-4ECC-9A22-15466C417DF8}" type="presParOf" srcId="{CE84F6A6-C689-4832-A853-924C935248D4}" destId="{F91B1CE5-B56A-405B-8FA8-01B509F4CCF1}" srcOrd="3" destOrd="0" presId="urn:microsoft.com/office/officeart/2018/5/layout/IconLeafLabelList"/>
    <dgm:cxn modelId="{D12CCF3C-EF46-4A71-A943-2E292C112D6C}" type="presParOf" srcId="{9125BCBA-296C-4C46-B5F7-40E2CFE1E391}" destId="{F179D617-5F04-4EBC-985A-98F9914DB109}" srcOrd="3" destOrd="0" presId="urn:microsoft.com/office/officeart/2018/5/layout/IconLeafLabelList"/>
    <dgm:cxn modelId="{9B0CA3E5-E5A5-4C87-97AE-DDE9F62BBE9D}" type="presParOf" srcId="{9125BCBA-296C-4C46-B5F7-40E2CFE1E391}" destId="{8DD4A7F3-5383-4B77-ABEA-2C3E422B42E5}" srcOrd="4" destOrd="0" presId="urn:microsoft.com/office/officeart/2018/5/layout/IconLeafLabelList"/>
    <dgm:cxn modelId="{2ABE459C-7B21-4CEF-AC78-8FFE78193BC9}" type="presParOf" srcId="{8DD4A7F3-5383-4B77-ABEA-2C3E422B42E5}" destId="{0671F1C4-16EE-42B6-8193-73DCCE4BD3DA}" srcOrd="0" destOrd="0" presId="urn:microsoft.com/office/officeart/2018/5/layout/IconLeafLabelList"/>
    <dgm:cxn modelId="{1DCB17D0-9206-42D7-965B-CBEBED4C51A5}" type="presParOf" srcId="{8DD4A7F3-5383-4B77-ABEA-2C3E422B42E5}" destId="{8BAB23C6-F221-49D7-BFBC-93FAD5178324}" srcOrd="1" destOrd="0" presId="urn:microsoft.com/office/officeart/2018/5/layout/IconLeafLabelList"/>
    <dgm:cxn modelId="{9359A12E-FBF6-47B3-9BA2-5819F5BB6648}" type="presParOf" srcId="{8DD4A7F3-5383-4B77-ABEA-2C3E422B42E5}" destId="{7C37E27B-7972-4CC9-B25F-2E4239FC788E}" srcOrd="2" destOrd="0" presId="urn:microsoft.com/office/officeart/2018/5/layout/IconLeafLabelList"/>
    <dgm:cxn modelId="{12C91B53-DF8F-456B-9A46-8A80B0FBEE37}" type="presParOf" srcId="{8DD4A7F3-5383-4B77-ABEA-2C3E422B42E5}" destId="{90D8AFB9-5361-4D6E-A28C-D9A8CE8F3764}" srcOrd="3" destOrd="0" presId="urn:microsoft.com/office/officeart/2018/5/layout/IconLeafLabelList"/>
    <dgm:cxn modelId="{DA8B074F-1656-4837-AA02-A508F84A5E45}" type="presParOf" srcId="{9125BCBA-296C-4C46-B5F7-40E2CFE1E391}" destId="{ED7D1C9B-0900-4948-A517-030284DC117F}" srcOrd="5" destOrd="0" presId="urn:microsoft.com/office/officeart/2018/5/layout/IconLeafLabelList"/>
    <dgm:cxn modelId="{29FEA656-CE88-408E-89A0-B40BEB045D22}" type="presParOf" srcId="{9125BCBA-296C-4C46-B5F7-40E2CFE1E391}" destId="{E4217EE6-8349-43EE-948D-0C6F62892442}" srcOrd="6" destOrd="0" presId="urn:microsoft.com/office/officeart/2018/5/layout/IconLeafLabelList"/>
    <dgm:cxn modelId="{AF34A292-0B0C-4234-8349-63CFEAB2F354}" type="presParOf" srcId="{E4217EE6-8349-43EE-948D-0C6F62892442}" destId="{7F0BFACB-48B9-4DD8-B9BA-2E1C7F31C363}" srcOrd="0" destOrd="0" presId="urn:microsoft.com/office/officeart/2018/5/layout/IconLeafLabelList"/>
    <dgm:cxn modelId="{5AA6D41B-8E35-4FEA-9B9C-84E46CA9F206}" type="presParOf" srcId="{E4217EE6-8349-43EE-948D-0C6F62892442}" destId="{ADB5C571-FBA3-4C42-96FD-CD214503ED9E}" srcOrd="1" destOrd="0" presId="urn:microsoft.com/office/officeart/2018/5/layout/IconLeafLabelList"/>
    <dgm:cxn modelId="{F0B2B6AF-072A-4EC0-82E1-F321AE15EB8F}" type="presParOf" srcId="{E4217EE6-8349-43EE-948D-0C6F62892442}" destId="{E30FF1E9-0776-4363-BD04-D421316802A2}" srcOrd="2" destOrd="0" presId="urn:microsoft.com/office/officeart/2018/5/layout/IconLeafLabelList"/>
    <dgm:cxn modelId="{9698DEAD-89B8-4AB4-B165-4BD35CD2C27B}" type="presParOf" srcId="{E4217EE6-8349-43EE-948D-0C6F62892442}" destId="{0B17ABE3-37F3-44F8-BC78-D11445686573}" srcOrd="3" destOrd="0" presId="urn:microsoft.com/office/officeart/2018/5/layout/IconLeafLabelList"/>
    <dgm:cxn modelId="{3DC9C7D1-709A-4A7A-88EB-0144AC9644A7}" type="presParOf" srcId="{9125BCBA-296C-4C46-B5F7-40E2CFE1E391}" destId="{033C5EC3-0A57-4C14-ABBF-8C8822F84FFC}" srcOrd="7" destOrd="0" presId="urn:microsoft.com/office/officeart/2018/5/layout/IconLeafLabelList"/>
    <dgm:cxn modelId="{7BB9B179-2609-49DD-9446-6E4024CAF152}" type="presParOf" srcId="{9125BCBA-296C-4C46-B5F7-40E2CFE1E391}" destId="{CA648092-D17E-4690-9DA8-5F64C5FF2E83}" srcOrd="8" destOrd="0" presId="urn:microsoft.com/office/officeart/2018/5/layout/IconLeafLabelList"/>
    <dgm:cxn modelId="{E7F65266-180C-4ED7-9C7C-53E7178FFBBA}" type="presParOf" srcId="{CA648092-D17E-4690-9DA8-5F64C5FF2E83}" destId="{8A97D6D7-C2C6-4D38-A58F-5A3083969B45}" srcOrd="0" destOrd="0" presId="urn:microsoft.com/office/officeart/2018/5/layout/IconLeafLabelList"/>
    <dgm:cxn modelId="{BF7C175D-AA27-4035-AAA9-AC13178AE7CD}" type="presParOf" srcId="{CA648092-D17E-4690-9DA8-5F64C5FF2E83}" destId="{91497257-0E30-4EB7-BA6D-A1F3513F1A1C}" srcOrd="1" destOrd="0" presId="urn:microsoft.com/office/officeart/2018/5/layout/IconLeafLabelList"/>
    <dgm:cxn modelId="{43DD8829-A6A9-466E-9CB5-03CC04608065}" type="presParOf" srcId="{CA648092-D17E-4690-9DA8-5F64C5FF2E83}" destId="{7B32B4E5-B45C-4BF3-8BDE-6886EB352AD2}" srcOrd="2" destOrd="0" presId="urn:microsoft.com/office/officeart/2018/5/layout/IconLeafLabelList"/>
    <dgm:cxn modelId="{6D0BE7CE-F46D-4323-9293-093781842849}" type="presParOf" srcId="{CA648092-D17E-4690-9DA8-5F64C5FF2E83}" destId="{0BBB01BE-BDC7-4071-A048-6D24716B1512}" srcOrd="3" destOrd="0" presId="urn:microsoft.com/office/officeart/2018/5/layout/IconLeafLabelList"/>
    <dgm:cxn modelId="{3BE22623-4117-40B9-9685-F35D2F4B5280}" type="presParOf" srcId="{9125BCBA-296C-4C46-B5F7-40E2CFE1E391}" destId="{EB054409-CE38-41CA-88A3-A9C435651136}" srcOrd="9" destOrd="0" presId="urn:microsoft.com/office/officeart/2018/5/layout/IconLeafLabelList"/>
    <dgm:cxn modelId="{65B21952-95B2-48B9-8E66-6A8C0FC9CA5E}" type="presParOf" srcId="{9125BCBA-296C-4C46-B5F7-40E2CFE1E391}" destId="{85AB868E-4282-4E2D-8292-9C6697F2B42C}" srcOrd="10" destOrd="0" presId="urn:microsoft.com/office/officeart/2018/5/layout/IconLeafLabelList"/>
    <dgm:cxn modelId="{83B75967-DE46-4511-8013-39ACCC2B3A4D}" type="presParOf" srcId="{85AB868E-4282-4E2D-8292-9C6697F2B42C}" destId="{80EED600-2EAE-4FBF-882F-DC31884552E0}" srcOrd="0" destOrd="0" presId="urn:microsoft.com/office/officeart/2018/5/layout/IconLeafLabelList"/>
    <dgm:cxn modelId="{4C9EBB88-246D-4654-93CD-047B96D892DF}" type="presParOf" srcId="{85AB868E-4282-4E2D-8292-9C6697F2B42C}" destId="{558D5CA7-7390-464A-81B5-47C6138ACA70}" srcOrd="1" destOrd="0" presId="urn:microsoft.com/office/officeart/2018/5/layout/IconLeafLabelList"/>
    <dgm:cxn modelId="{53600F57-F01D-43D1-B9B9-3E2F47704AE8}" type="presParOf" srcId="{85AB868E-4282-4E2D-8292-9C6697F2B42C}" destId="{BAE45483-3190-4759-BC52-72C9324EBD0E}" srcOrd="2" destOrd="0" presId="urn:microsoft.com/office/officeart/2018/5/layout/IconLeafLabelList"/>
    <dgm:cxn modelId="{EDBCF82C-2B67-46AF-95D8-88F1F043A0E2}" type="presParOf" srcId="{85AB868E-4282-4E2D-8292-9C6697F2B42C}" destId="{C89665AA-31FA-47D0-94B3-E7D4E90C8E08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4159E36-52BD-411A-A933-415002A413E9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5DCB121-7EE1-4F44-A1A4-F419C1ED0CC0}">
      <dgm:prSet/>
      <dgm:spPr/>
      <dgm:t>
        <a:bodyPr/>
        <a:lstStyle/>
        <a:p>
          <a:r>
            <a:rPr lang="en-US"/>
            <a:t>Energy Consumption (PoW)</a:t>
          </a:r>
        </a:p>
      </dgm:t>
    </dgm:pt>
    <dgm:pt modelId="{67991086-D8BE-4F60-80CD-04342C79A48E}" type="parTrans" cxnId="{67154343-7768-4449-B462-C7F9AF5F8123}">
      <dgm:prSet/>
      <dgm:spPr/>
      <dgm:t>
        <a:bodyPr/>
        <a:lstStyle/>
        <a:p>
          <a:endParaRPr lang="en-US"/>
        </a:p>
      </dgm:t>
    </dgm:pt>
    <dgm:pt modelId="{0F148148-A53E-4A32-9E2E-8DAF7AE62891}" type="sibTrans" cxnId="{67154343-7768-4449-B462-C7F9AF5F8123}">
      <dgm:prSet/>
      <dgm:spPr/>
      <dgm:t>
        <a:bodyPr/>
        <a:lstStyle/>
        <a:p>
          <a:endParaRPr lang="en-US"/>
        </a:p>
      </dgm:t>
    </dgm:pt>
    <dgm:pt modelId="{370360D2-8BC0-4A68-B6E5-E8CFD2DD875C}">
      <dgm:prSet/>
      <dgm:spPr/>
      <dgm:t>
        <a:bodyPr/>
        <a:lstStyle/>
        <a:p>
          <a:r>
            <a:rPr lang="en-US"/>
            <a:t>Privacy Concerns</a:t>
          </a:r>
        </a:p>
      </dgm:t>
    </dgm:pt>
    <dgm:pt modelId="{915D8400-0C75-4EB1-920B-767B77AE2C0F}" type="parTrans" cxnId="{2CC4EE46-C937-487E-9418-1A071822488E}">
      <dgm:prSet/>
      <dgm:spPr/>
      <dgm:t>
        <a:bodyPr/>
        <a:lstStyle/>
        <a:p>
          <a:endParaRPr lang="en-US"/>
        </a:p>
      </dgm:t>
    </dgm:pt>
    <dgm:pt modelId="{82E67EF5-05D4-4F84-A00B-CB07362174E0}" type="sibTrans" cxnId="{2CC4EE46-C937-487E-9418-1A071822488E}">
      <dgm:prSet/>
      <dgm:spPr/>
      <dgm:t>
        <a:bodyPr/>
        <a:lstStyle/>
        <a:p>
          <a:endParaRPr lang="en-US"/>
        </a:p>
      </dgm:t>
    </dgm:pt>
    <dgm:pt modelId="{1AA95769-209D-4BEC-96B8-B270491EDBBD}">
      <dgm:prSet/>
      <dgm:spPr/>
      <dgm:t>
        <a:bodyPr/>
        <a:lstStyle/>
        <a:p>
          <a:r>
            <a:rPr lang="en-US"/>
            <a:t>Interoperability across chains</a:t>
          </a:r>
        </a:p>
      </dgm:t>
    </dgm:pt>
    <dgm:pt modelId="{A0F94EDA-BCA2-495B-8062-C11D12050054}" type="parTrans" cxnId="{C0D1711B-BC34-4299-8C07-E3D83C0200A4}">
      <dgm:prSet/>
      <dgm:spPr/>
      <dgm:t>
        <a:bodyPr/>
        <a:lstStyle/>
        <a:p>
          <a:endParaRPr lang="en-US"/>
        </a:p>
      </dgm:t>
    </dgm:pt>
    <dgm:pt modelId="{9F26868D-D954-4316-ACA9-E9FAA5AA7C9E}" type="sibTrans" cxnId="{C0D1711B-BC34-4299-8C07-E3D83C0200A4}">
      <dgm:prSet/>
      <dgm:spPr/>
      <dgm:t>
        <a:bodyPr/>
        <a:lstStyle/>
        <a:p>
          <a:endParaRPr lang="en-US"/>
        </a:p>
      </dgm:t>
    </dgm:pt>
    <dgm:pt modelId="{56DB5F90-2600-4CBA-B392-ACEB83C964F8}">
      <dgm:prSet/>
      <dgm:spPr/>
      <dgm:t>
        <a:bodyPr/>
        <a:lstStyle/>
        <a:p>
          <a:r>
            <a:rPr lang="en-US"/>
            <a:t>Regulatory Uncertainty</a:t>
          </a:r>
        </a:p>
      </dgm:t>
    </dgm:pt>
    <dgm:pt modelId="{40738FE7-4D9E-466B-A59D-6C69D5F87D3E}" type="parTrans" cxnId="{94F8F366-AA46-4968-8903-49F90DF6CD12}">
      <dgm:prSet/>
      <dgm:spPr/>
      <dgm:t>
        <a:bodyPr/>
        <a:lstStyle/>
        <a:p>
          <a:endParaRPr lang="en-US"/>
        </a:p>
      </dgm:t>
    </dgm:pt>
    <dgm:pt modelId="{397D1C84-AEA7-47EC-8707-3F09797F4ADA}" type="sibTrans" cxnId="{94F8F366-AA46-4968-8903-49F90DF6CD12}">
      <dgm:prSet/>
      <dgm:spPr/>
      <dgm:t>
        <a:bodyPr/>
        <a:lstStyle/>
        <a:p>
          <a:endParaRPr lang="en-US"/>
        </a:p>
      </dgm:t>
    </dgm:pt>
    <dgm:pt modelId="{268CF61D-6FAA-49B0-8C5A-66888284A558}">
      <dgm:prSet/>
      <dgm:spPr/>
      <dgm:t>
        <a:bodyPr/>
        <a:lstStyle/>
        <a:p>
          <a:r>
            <a:rPr lang="en-US"/>
            <a:t>Data Bloat</a:t>
          </a:r>
        </a:p>
      </dgm:t>
    </dgm:pt>
    <dgm:pt modelId="{F467C39E-051C-4326-92A4-61634C7C5B61}" type="parTrans" cxnId="{AE94F435-E702-4DA2-BDAF-79093E23EEAC}">
      <dgm:prSet/>
      <dgm:spPr/>
      <dgm:t>
        <a:bodyPr/>
        <a:lstStyle/>
        <a:p>
          <a:endParaRPr lang="en-US"/>
        </a:p>
      </dgm:t>
    </dgm:pt>
    <dgm:pt modelId="{82D11D71-D729-4D4F-870F-66C5498C8162}" type="sibTrans" cxnId="{AE94F435-E702-4DA2-BDAF-79093E23EEAC}">
      <dgm:prSet/>
      <dgm:spPr/>
      <dgm:t>
        <a:bodyPr/>
        <a:lstStyle/>
        <a:p>
          <a:endParaRPr lang="en-US"/>
        </a:p>
      </dgm:t>
    </dgm:pt>
    <dgm:pt modelId="{5DA66735-DD20-45ED-9256-01F971F84880}" type="pres">
      <dgm:prSet presAssocID="{E4159E36-52BD-411A-A933-415002A413E9}" presName="linear" presStyleCnt="0">
        <dgm:presLayoutVars>
          <dgm:dir/>
          <dgm:animLvl val="lvl"/>
          <dgm:resizeHandles val="exact"/>
        </dgm:presLayoutVars>
      </dgm:prSet>
      <dgm:spPr/>
    </dgm:pt>
    <dgm:pt modelId="{65CDDA4B-E495-41BB-926B-73F826DBFB75}" type="pres">
      <dgm:prSet presAssocID="{65DCB121-7EE1-4F44-A1A4-F419C1ED0CC0}" presName="parentLin" presStyleCnt="0"/>
      <dgm:spPr/>
    </dgm:pt>
    <dgm:pt modelId="{67C9120A-9C9D-4BFA-960F-23C1AA8E6254}" type="pres">
      <dgm:prSet presAssocID="{65DCB121-7EE1-4F44-A1A4-F419C1ED0CC0}" presName="parentLeftMargin" presStyleLbl="node1" presStyleIdx="0" presStyleCnt="5"/>
      <dgm:spPr/>
    </dgm:pt>
    <dgm:pt modelId="{47DCD294-A241-4D6C-BACA-F5815F4D5CBE}" type="pres">
      <dgm:prSet presAssocID="{65DCB121-7EE1-4F44-A1A4-F419C1ED0CC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D3A4176-DB28-4FF7-8AF6-52870549A358}" type="pres">
      <dgm:prSet presAssocID="{65DCB121-7EE1-4F44-A1A4-F419C1ED0CC0}" presName="negativeSpace" presStyleCnt="0"/>
      <dgm:spPr/>
    </dgm:pt>
    <dgm:pt modelId="{BA1E7542-BF02-48EE-8AE1-771510632BF6}" type="pres">
      <dgm:prSet presAssocID="{65DCB121-7EE1-4F44-A1A4-F419C1ED0CC0}" presName="childText" presStyleLbl="conFgAcc1" presStyleIdx="0" presStyleCnt="5">
        <dgm:presLayoutVars>
          <dgm:bulletEnabled val="1"/>
        </dgm:presLayoutVars>
      </dgm:prSet>
      <dgm:spPr/>
    </dgm:pt>
    <dgm:pt modelId="{B7E6E161-7B0C-44F0-926B-D332FDCD61C6}" type="pres">
      <dgm:prSet presAssocID="{0F148148-A53E-4A32-9E2E-8DAF7AE62891}" presName="spaceBetweenRectangles" presStyleCnt="0"/>
      <dgm:spPr/>
    </dgm:pt>
    <dgm:pt modelId="{1FE61E4B-C690-4C2F-9656-8506BBB3B151}" type="pres">
      <dgm:prSet presAssocID="{370360D2-8BC0-4A68-B6E5-E8CFD2DD875C}" presName="parentLin" presStyleCnt="0"/>
      <dgm:spPr/>
    </dgm:pt>
    <dgm:pt modelId="{F58F94F5-E169-434E-BAF2-0028A2344ECB}" type="pres">
      <dgm:prSet presAssocID="{370360D2-8BC0-4A68-B6E5-E8CFD2DD875C}" presName="parentLeftMargin" presStyleLbl="node1" presStyleIdx="0" presStyleCnt="5"/>
      <dgm:spPr/>
    </dgm:pt>
    <dgm:pt modelId="{F3049CF0-5A75-4DBA-AD7C-6956CD9950BE}" type="pres">
      <dgm:prSet presAssocID="{370360D2-8BC0-4A68-B6E5-E8CFD2DD875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0E7596E-4236-489A-820A-0FEC3C516A48}" type="pres">
      <dgm:prSet presAssocID="{370360D2-8BC0-4A68-B6E5-E8CFD2DD875C}" presName="negativeSpace" presStyleCnt="0"/>
      <dgm:spPr/>
    </dgm:pt>
    <dgm:pt modelId="{1C902F74-BC79-4CB7-8555-ADDA4982E92D}" type="pres">
      <dgm:prSet presAssocID="{370360D2-8BC0-4A68-B6E5-E8CFD2DD875C}" presName="childText" presStyleLbl="conFgAcc1" presStyleIdx="1" presStyleCnt="5">
        <dgm:presLayoutVars>
          <dgm:bulletEnabled val="1"/>
        </dgm:presLayoutVars>
      </dgm:prSet>
      <dgm:spPr/>
    </dgm:pt>
    <dgm:pt modelId="{9FC08AD7-DAC4-48EF-AB56-E5C21065B58A}" type="pres">
      <dgm:prSet presAssocID="{82E67EF5-05D4-4F84-A00B-CB07362174E0}" presName="spaceBetweenRectangles" presStyleCnt="0"/>
      <dgm:spPr/>
    </dgm:pt>
    <dgm:pt modelId="{97B64699-1EF0-4D6E-B173-5BE7E0D4B06C}" type="pres">
      <dgm:prSet presAssocID="{1AA95769-209D-4BEC-96B8-B270491EDBBD}" presName="parentLin" presStyleCnt="0"/>
      <dgm:spPr/>
    </dgm:pt>
    <dgm:pt modelId="{E61D12EE-E601-4D60-91EC-D01731F0ED08}" type="pres">
      <dgm:prSet presAssocID="{1AA95769-209D-4BEC-96B8-B270491EDBBD}" presName="parentLeftMargin" presStyleLbl="node1" presStyleIdx="1" presStyleCnt="5"/>
      <dgm:spPr/>
    </dgm:pt>
    <dgm:pt modelId="{3513E54B-B08E-42FB-A64F-3FF00EBB7186}" type="pres">
      <dgm:prSet presAssocID="{1AA95769-209D-4BEC-96B8-B270491EDBB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58B0AC7-7843-4AA3-A953-80D4B2CB7A9E}" type="pres">
      <dgm:prSet presAssocID="{1AA95769-209D-4BEC-96B8-B270491EDBBD}" presName="negativeSpace" presStyleCnt="0"/>
      <dgm:spPr/>
    </dgm:pt>
    <dgm:pt modelId="{9C75263B-9C93-415F-B81F-E19321B6A977}" type="pres">
      <dgm:prSet presAssocID="{1AA95769-209D-4BEC-96B8-B270491EDBBD}" presName="childText" presStyleLbl="conFgAcc1" presStyleIdx="2" presStyleCnt="5">
        <dgm:presLayoutVars>
          <dgm:bulletEnabled val="1"/>
        </dgm:presLayoutVars>
      </dgm:prSet>
      <dgm:spPr/>
    </dgm:pt>
    <dgm:pt modelId="{8AC03DC5-5E1B-4F48-B583-8B02B04C1CF9}" type="pres">
      <dgm:prSet presAssocID="{9F26868D-D954-4316-ACA9-E9FAA5AA7C9E}" presName="spaceBetweenRectangles" presStyleCnt="0"/>
      <dgm:spPr/>
    </dgm:pt>
    <dgm:pt modelId="{FAB7A8CF-75A4-44DA-83AE-6E4288411890}" type="pres">
      <dgm:prSet presAssocID="{56DB5F90-2600-4CBA-B392-ACEB83C964F8}" presName="parentLin" presStyleCnt="0"/>
      <dgm:spPr/>
    </dgm:pt>
    <dgm:pt modelId="{7245AC35-23CA-40B1-9535-651ACD9F0D1B}" type="pres">
      <dgm:prSet presAssocID="{56DB5F90-2600-4CBA-B392-ACEB83C964F8}" presName="parentLeftMargin" presStyleLbl="node1" presStyleIdx="2" presStyleCnt="5"/>
      <dgm:spPr/>
    </dgm:pt>
    <dgm:pt modelId="{A1EDF383-BF2F-4219-9C0D-DF0BEAB3686A}" type="pres">
      <dgm:prSet presAssocID="{56DB5F90-2600-4CBA-B392-ACEB83C964F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1D54780-E43D-4564-8F51-F4137177794A}" type="pres">
      <dgm:prSet presAssocID="{56DB5F90-2600-4CBA-B392-ACEB83C964F8}" presName="negativeSpace" presStyleCnt="0"/>
      <dgm:spPr/>
    </dgm:pt>
    <dgm:pt modelId="{90ACBE71-3D2F-46C7-8366-4E6C2A3EF95C}" type="pres">
      <dgm:prSet presAssocID="{56DB5F90-2600-4CBA-B392-ACEB83C964F8}" presName="childText" presStyleLbl="conFgAcc1" presStyleIdx="3" presStyleCnt="5">
        <dgm:presLayoutVars>
          <dgm:bulletEnabled val="1"/>
        </dgm:presLayoutVars>
      </dgm:prSet>
      <dgm:spPr/>
    </dgm:pt>
    <dgm:pt modelId="{0C4005CF-F512-4709-8CDF-FB00D02DAE37}" type="pres">
      <dgm:prSet presAssocID="{397D1C84-AEA7-47EC-8707-3F09797F4ADA}" presName="spaceBetweenRectangles" presStyleCnt="0"/>
      <dgm:spPr/>
    </dgm:pt>
    <dgm:pt modelId="{81393AD0-94CC-4989-9FAC-9B326156B22C}" type="pres">
      <dgm:prSet presAssocID="{268CF61D-6FAA-49B0-8C5A-66888284A558}" presName="parentLin" presStyleCnt="0"/>
      <dgm:spPr/>
    </dgm:pt>
    <dgm:pt modelId="{AA7704F7-7BD7-462E-9732-53732805439F}" type="pres">
      <dgm:prSet presAssocID="{268CF61D-6FAA-49B0-8C5A-66888284A558}" presName="parentLeftMargin" presStyleLbl="node1" presStyleIdx="3" presStyleCnt="5"/>
      <dgm:spPr/>
    </dgm:pt>
    <dgm:pt modelId="{A6359E3E-FEDA-4B0C-BEC3-BDB1A1F4B799}" type="pres">
      <dgm:prSet presAssocID="{268CF61D-6FAA-49B0-8C5A-66888284A558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32680C4F-2CEA-47E8-8197-47E179887875}" type="pres">
      <dgm:prSet presAssocID="{268CF61D-6FAA-49B0-8C5A-66888284A558}" presName="negativeSpace" presStyleCnt="0"/>
      <dgm:spPr/>
    </dgm:pt>
    <dgm:pt modelId="{A90238F5-0981-43CB-940E-ABC0DF4310BC}" type="pres">
      <dgm:prSet presAssocID="{268CF61D-6FAA-49B0-8C5A-66888284A558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50855304-B11E-43CB-A64F-5EEA7284E7D1}" type="presOf" srcId="{56DB5F90-2600-4CBA-B392-ACEB83C964F8}" destId="{7245AC35-23CA-40B1-9535-651ACD9F0D1B}" srcOrd="0" destOrd="0" presId="urn:microsoft.com/office/officeart/2005/8/layout/list1"/>
    <dgm:cxn modelId="{52B3F106-CFD9-46D6-A720-EEF426F95937}" type="presOf" srcId="{E4159E36-52BD-411A-A933-415002A413E9}" destId="{5DA66735-DD20-45ED-9256-01F971F84880}" srcOrd="0" destOrd="0" presId="urn:microsoft.com/office/officeart/2005/8/layout/list1"/>
    <dgm:cxn modelId="{C0D1711B-BC34-4299-8C07-E3D83C0200A4}" srcId="{E4159E36-52BD-411A-A933-415002A413E9}" destId="{1AA95769-209D-4BEC-96B8-B270491EDBBD}" srcOrd="2" destOrd="0" parTransId="{A0F94EDA-BCA2-495B-8062-C11D12050054}" sibTransId="{9F26868D-D954-4316-ACA9-E9FAA5AA7C9E}"/>
    <dgm:cxn modelId="{DDA9471D-2143-4BE4-9BCE-DD78F3572AAC}" type="presOf" srcId="{56DB5F90-2600-4CBA-B392-ACEB83C964F8}" destId="{A1EDF383-BF2F-4219-9C0D-DF0BEAB3686A}" srcOrd="1" destOrd="0" presId="urn:microsoft.com/office/officeart/2005/8/layout/list1"/>
    <dgm:cxn modelId="{AE94F435-E702-4DA2-BDAF-79093E23EEAC}" srcId="{E4159E36-52BD-411A-A933-415002A413E9}" destId="{268CF61D-6FAA-49B0-8C5A-66888284A558}" srcOrd="4" destOrd="0" parTransId="{F467C39E-051C-4326-92A4-61634C7C5B61}" sibTransId="{82D11D71-D729-4D4F-870F-66C5498C8162}"/>
    <dgm:cxn modelId="{2C33013F-9B29-44F6-977D-0F0BC9A29ACC}" type="presOf" srcId="{1AA95769-209D-4BEC-96B8-B270491EDBBD}" destId="{E61D12EE-E601-4D60-91EC-D01731F0ED08}" srcOrd="0" destOrd="0" presId="urn:microsoft.com/office/officeart/2005/8/layout/list1"/>
    <dgm:cxn modelId="{67154343-7768-4449-B462-C7F9AF5F8123}" srcId="{E4159E36-52BD-411A-A933-415002A413E9}" destId="{65DCB121-7EE1-4F44-A1A4-F419C1ED0CC0}" srcOrd="0" destOrd="0" parTransId="{67991086-D8BE-4F60-80CD-04342C79A48E}" sibTransId="{0F148148-A53E-4A32-9E2E-8DAF7AE62891}"/>
    <dgm:cxn modelId="{2CC4EE46-C937-487E-9418-1A071822488E}" srcId="{E4159E36-52BD-411A-A933-415002A413E9}" destId="{370360D2-8BC0-4A68-B6E5-E8CFD2DD875C}" srcOrd="1" destOrd="0" parTransId="{915D8400-0C75-4EB1-920B-767B77AE2C0F}" sibTransId="{82E67EF5-05D4-4F84-A00B-CB07362174E0}"/>
    <dgm:cxn modelId="{94F8F366-AA46-4968-8903-49F90DF6CD12}" srcId="{E4159E36-52BD-411A-A933-415002A413E9}" destId="{56DB5F90-2600-4CBA-B392-ACEB83C964F8}" srcOrd="3" destOrd="0" parTransId="{40738FE7-4D9E-466B-A59D-6C69D5F87D3E}" sibTransId="{397D1C84-AEA7-47EC-8707-3F09797F4ADA}"/>
    <dgm:cxn modelId="{B7C21F4D-2F44-473B-B527-D09726C69DAC}" type="presOf" srcId="{268CF61D-6FAA-49B0-8C5A-66888284A558}" destId="{A6359E3E-FEDA-4B0C-BEC3-BDB1A1F4B799}" srcOrd="1" destOrd="0" presId="urn:microsoft.com/office/officeart/2005/8/layout/list1"/>
    <dgm:cxn modelId="{ED251B53-8723-4633-9384-1645A5F283E3}" type="presOf" srcId="{65DCB121-7EE1-4F44-A1A4-F419C1ED0CC0}" destId="{47DCD294-A241-4D6C-BACA-F5815F4D5CBE}" srcOrd="1" destOrd="0" presId="urn:microsoft.com/office/officeart/2005/8/layout/list1"/>
    <dgm:cxn modelId="{E02E9878-6F2F-4A9A-ACAD-58E560206098}" type="presOf" srcId="{65DCB121-7EE1-4F44-A1A4-F419C1ED0CC0}" destId="{67C9120A-9C9D-4BFA-960F-23C1AA8E6254}" srcOrd="0" destOrd="0" presId="urn:microsoft.com/office/officeart/2005/8/layout/list1"/>
    <dgm:cxn modelId="{70747285-48E8-40D9-A17B-823FBF323EBB}" type="presOf" srcId="{268CF61D-6FAA-49B0-8C5A-66888284A558}" destId="{AA7704F7-7BD7-462E-9732-53732805439F}" srcOrd="0" destOrd="0" presId="urn:microsoft.com/office/officeart/2005/8/layout/list1"/>
    <dgm:cxn modelId="{055901A7-9B99-48CD-B2F2-8D1ED214E4D7}" type="presOf" srcId="{370360D2-8BC0-4A68-B6E5-E8CFD2DD875C}" destId="{F58F94F5-E169-434E-BAF2-0028A2344ECB}" srcOrd="0" destOrd="0" presId="urn:microsoft.com/office/officeart/2005/8/layout/list1"/>
    <dgm:cxn modelId="{A55D4BB1-DC98-457B-BE8B-339C4988A607}" type="presOf" srcId="{1AA95769-209D-4BEC-96B8-B270491EDBBD}" destId="{3513E54B-B08E-42FB-A64F-3FF00EBB7186}" srcOrd="1" destOrd="0" presId="urn:microsoft.com/office/officeart/2005/8/layout/list1"/>
    <dgm:cxn modelId="{789EC4EE-CCE3-4B30-AE25-A477C448F4CC}" type="presOf" srcId="{370360D2-8BC0-4A68-B6E5-E8CFD2DD875C}" destId="{F3049CF0-5A75-4DBA-AD7C-6956CD9950BE}" srcOrd="1" destOrd="0" presId="urn:microsoft.com/office/officeart/2005/8/layout/list1"/>
    <dgm:cxn modelId="{1943EFA2-4C4B-4A6C-9569-038BD168AC4A}" type="presParOf" srcId="{5DA66735-DD20-45ED-9256-01F971F84880}" destId="{65CDDA4B-E495-41BB-926B-73F826DBFB75}" srcOrd="0" destOrd="0" presId="urn:microsoft.com/office/officeart/2005/8/layout/list1"/>
    <dgm:cxn modelId="{BE2B12C6-9014-4712-BC2B-258980B797AC}" type="presParOf" srcId="{65CDDA4B-E495-41BB-926B-73F826DBFB75}" destId="{67C9120A-9C9D-4BFA-960F-23C1AA8E6254}" srcOrd="0" destOrd="0" presId="urn:microsoft.com/office/officeart/2005/8/layout/list1"/>
    <dgm:cxn modelId="{F4F7A920-53ED-4440-AB08-9FC1BFDE9040}" type="presParOf" srcId="{65CDDA4B-E495-41BB-926B-73F826DBFB75}" destId="{47DCD294-A241-4D6C-BACA-F5815F4D5CBE}" srcOrd="1" destOrd="0" presId="urn:microsoft.com/office/officeart/2005/8/layout/list1"/>
    <dgm:cxn modelId="{19F8522F-21E1-4435-8A16-B93D3CB13312}" type="presParOf" srcId="{5DA66735-DD20-45ED-9256-01F971F84880}" destId="{5D3A4176-DB28-4FF7-8AF6-52870549A358}" srcOrd="1" destOrd="0" presId="urn:microsoft.com/office/officeart/2005/8/layout/list1"/>
    <dgm:cxn modelId="{60F44031-612D-4616-A4EA-A9ED63115CBC}" type="presParOf" srcId="{5DA66735-DD20-45ED-9256-01F971F84880}" destId="{BA1E7542-BF02-48EE-8AE1-771510632BF6}" srcOrd="2" destOrd="0" presId="urn:microsoft.com/office/officeart/2005/8/layout/list1"/>
    <dgm:cxn modelId="{BD2C0987-D19F-422D-AB6E-09325B63A2BF}" type="presParOf" srcId="{5DA66735-DD20-45ED-9256-01F971F84880}" destId="{B7E6E161-7B0C-44F0-926B-D332FDCD61C6}" srcOrd="3" destOrd="0" presId="urn:microsoft.com/office/officeart/2005/8/layout/list1"/>
    <dgm:cxn modelId="{52F91AF5-80BC-45A0-968D-F46DF0B84D62}" type="presParOf" srcId="{5DA66735-DD20-45ED-9256-01F971F84880}" destId="{1FE61E4B-C690-4C2F-9656-8506BBB3B151}" srcOrd="4" destOrd="0" presId="urn:microsoft.com/office/officeart/2005/8/layout/list1"/>
    <dgm:cxn modelId="{681EDD51-5765-4381-BF04-4B02097A0141}" type="presParOf" srcId="{1FE61E4B-C690-4C2F-9656-8506BBB3B151}" destId="{F58F94F5-E169-434E-BAF2-0028A2344ECB}" srcOrd="0" destOrd="0" presId="urn:microsoft.com/office/officeart/2005/8/layout/list1"/>
    <dgm:cxn modelId="{0AB21D04-3076-4E7A-A12E-EF956A144A70}" type="presParOf" srcId="{1FE61E4B-C690-4C2F-9656-8506BBB3B151}" destId="{F3049CF0-5A75-4DBA-AD7C-6956CD9950BE}" srcOrd="1" destOrd="0" presId="urn:microsoft.com/office/officeart/2005/8/layout/list1"/>
    <dgm:cxn modelId="{D8C4C269-91ED-4516-887F-10F55029906A}" type="presParOf" srcId="{5DA66735-DD20-45ED-9256-01F971F84880}" destId="{D0E7596E-4236-489A-820A-0FEC3C516A48}" srcOrd="5" destOrd="0" presId="urn:microsoft.com/office/officeart/2005/8/layout/list1"/>
    <dgm:cxn modelId="{345E5242-9DB5-4D4B-90DD-062E886888B1}" type="presParOf" srcId="{5DA66735-DD20-45ED-9256-01F971F84880}" destId="{1C902F74-BC79-4CB7-8555-ADDA4982E92D}" srcOrd="6" destOrd="0" presId="urn:microsoft.com/office/officeart/2005/8/layout/list1"/>
    <dgm:cxn modelId="{DDAAB38D-3D4F-4A66-835E-45DC6382E17D}" type="presParOf" srcId="{5DA66735-DD20-45ED-9256-01F971F84880}" destId="{9FC08AD7-DAC4-48EF-AB56-E5C21065B58A}" srcOrd="7" destOrd="0" presId="urn:microsoft.com/office/officeart/2005/8/layout/list1"/>
    <dgm:cxn modelId="{EA7E38B8-7FF8-4A55-BA8B-AD4589A28ACA}" type="presParOf" srcId="{5DA66735-DD20-45ED-9256-01F971F84880}" destId="{97B64699-1EF0-4D6E-B173-5BE7E0D4B06C}" srcOrd="8" destOrd="0" presId="urn:microsoft.com/office/officeart/2005/8/layout/list1"/>
    <dgm:cxn modelId="{665E6D53-F633-49C0-B733-46FC31664F4A}" type="presParOf" srcId="{97B64699-1EF0-4D6E-B173-5BE7E0D4B06C}" destId="{E61D12EE-E601-4D60-91EC-D01731F0ED08}" srcOrd="0" destOrd="0" presId="urn:microsoft.com/office/officeart/2005/8/layout/list1"/>
    <dgm:cxn modelId="{70FED378-3EED-4001-AADB-7587FE800EEA}" type="presParOf" srcId="{97B64699-1EF0-4D6E-B173-5BE7E0D4B06C}" destId="{3513E54B-B08E-42FB-A64F-3FF00EBB7186}" srcOrd="1" destOrd="0" presId="urn:microsoft.com/office/officeart/2005/8/layout/list1"/>
    <dgm:cxn modelId="{E2F2DDE1-6441-4D43-8840-85382C346907}" type="presParOf" srcId="{5DA66735-DD20-45ED-9256-01F971F84880}" destId="{458B0AC7-7843-4AA3-A953-80D4B2CB7A9E}" srcOrd="9" destOrd="0" presId="urn:microsoft.com/office/officeart/2005/8/layout/list1"/>
    <dgm:cxn modelId="{2B4AAF7D-02FF-49F9-BCB6-AD3D74CC194B}" type="presParOf" srcId="{5DA66735-DD20-45ED-9256-01F971F84880}" destId="{9C75263B-9C93-415F-B81F-E19321B6A977}" srcOrd="10" destOrd="0" presId="urn:microsoft.com/office/officeart/2005/8/layout/list1"/>
    <dgm:cxn modelId="{F03360E8-E3A3-439D-ABB8-3C81BDB7D425}" type="presParOf" srcId="{5DA66735-DD20-45ED-9256-01F971F84880}" destId="{8AC03DC5-5E1B-4F48-B583-8B02B04C1CF9}" srcOrd="11" destOrd="0" presId="urn:microsoft.com/office/officeart/2005/8/layout/list1"/>
    <dgm:cxn modelId="{59AB992A-FD29-4B02-8D9B-C4910802D795}" type="presParOf" srcId="{5DA66735-DD20-45ED-9256-01F971F84880}" destId="{FAB7A8CF-75A4-44DA-83AE-6E4288411890}" srcOrd="12" destOrd="0" presId="urn:microsoft.com/office/officeart/2005/8/layout/list1"/>
    <dgm:cxn modelId="{67E90175-4DB2-4504-A501-424761BB80F0}" type="presParOf" srcId="{FAB7A8CF-75A4-44DA-83AE-6E4288411890}" destId="{7245AC35-23CA-40B1-9535-651ACD9F0D1B}" srcOrd="0" destOrd="0" presId="urn:microsoft.com/office/officeart/2005/8/layout/list1"/>
    <dgm:cxn modelId="{4725B287-3E2D-44E0-B505-BEA3ADF5F186}" type="presParOf" srcId="{FAB7A8CF-75A4-44DA-83AE-6E4288411890}" destId="{A1EDF383-BF2F-4219-9C0D-DF0BEAB3686A}" srcOrd="1" destOrd="0" presId="urn:microsoft.com/office/officeart/2005/8/layout/list1"/>
    <dgm:cxn modelId="{32DC3691-922A-45C0-B0B2-08212DBDCA3A}" type="presParOf" srcId="{5DA66735-DD20-45ED-9256-01F971F84880}" destId="{B1D54780-E43D-4564-8F51-F4137177794A}" srcOrd="13" destOrd="0" presId="urn:microsoft.com/office/officeart/2005/8/layout/list1"/>
    <dgm:cxn modelId="{ECBB9CCF-1403-4C23-BA66-59940052B6CE}" type="presParOf" srcId="{5DA66735-DD20-45ED-9256-01F971F84880}" destId="{90ACBE71-3D2F-46C7-8366-4E6C2A3EF95C}" srcOrd="14" destOrd="0" presId="urn:microsoft.com/office/officeart/2005/8/layout/list1"/>
    <dgm:cxn modelId="{AE6ED50B-6252-48A7-BF09-2E4588D29B51}" type="presParOf" srcId="{5DA66735-DD20-45ED-9256-01F971F84880}" destId="{0C4005CF-F512-4709-8CDF-FB00D02DAE37}" srcOrd="15" destOrd="0" presId="urn:microsoft.com/office/officeart/2005/8/layout/list1"/>
    <dgm:cxn modelId="{80F85470-F19E-4923-B6F1-C7BA954B2BCF}" type="presParOf" srcId="{5DA66735-DD20-45ED-9256-01F971F84880}" destId="{81393AD0-94CC-4989-9FAC-9B326156B22C}" srcOrd="16" destOrd="0" presId="urn:microsoft.com/office/officeart/2005/8/layout/list1"/>
    <dgm:cxn modelId="{DA581B8B-9742-4C1F-8221-CF054E499791}" type="presParOf" srcId="{81393AD0-94CC-4989-9FAC-9B326156B22C}" destId="{AA7704F7-7BD7-462E-9732-53732805439F}" srcOrd="0" destOrd="0" presId="urn:microsoft.com/office/officeart/2005/8/layout/list1"/>
    <dgm:cxn modelId="{31F1D63D-B429-485C-8013-5012980F0FCB}" type="presParOf" srcId="{81393AD0-94CC-4989-9FAC-9B326156B22C}" destId="{A6359E3E-FEDA-4B0C-BEC3-BDB1A1F4B799}" srcOrd="1" destOrd="0" presId="urn:microsoft.com/office/officeart/2005/8/layout/list1"/>
    <dgm:cxn modelId="{5EEF833A-025E-4961-B15D-ED081E8B6807}" type="presParOf" srcId="{5DA66735-DD20-45ED-9256-01F971F84880}" destId="{32680C4F-2CEA-47E8-8197-47E179887875}" srcOrd="17" destOrd="0" presId="urn:microsoft.com/office/officeart/2005/8/layout/list1"/>
    <dgm:cxn modelId="{769D363A-26AA-41E1-BE29-0A5217219D22}" type="presParOf" srcId="{5DA66735-DD20-45ED-9256-01F971F84880}" destId="{A90238F5-0981-43CB-940E-ABC0DF4310BC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BE87C88-4747-4064-BD5F-1081838A41D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4_2" csCatId="accent4" phldr="1"/>
      <dgm:spPr/>
      <dgm:t>
        <a:bodyPr/>
        <a:lstStyle/>
        <a:p>
          <a:endParaRPr lang="en-US"/>
        </a:p>
      </dgm:t>
    </dgm:pt>
    <dgm:pt modelId="{E68BF765-E3A9-4BA6-864F-ECA7E43E2079}">
      <dgm:prSet/>
      <dgm:spPr/>
      <dgm:t>
        <a:bodyPr/>
        <a:lstStyle/>
        <a:p>
          <a:pPr>
            <a:defRPr cap="all"/>
          </a:pPr>
          <a:r>
            <a:rPr lang="en-US"/>
            <a:t>Lightweight blockchain for IoT</a:t>
          </a:r>
        </a:p>
      </dgm:t>
    </dgm:pt>
    <dgm:pt modelId="{3B26FFCD-6CE0-4304-98CB-0766BC55B373}" type="parTrans" cxnId="{271FF20A-2DA0-4A38-BC63-AD85901F32BA}">
      <dgm:prSet/>
      <dgm:spPr/>
      <dgm:t>
        <a:bodyPr/>
        <a:lstStyle/>
        <a:p>
          <a:endParaRPr lang="en-US"/>
        </a:p>
      </dgm:t>
    </dgm:pt>
    <dgm:pt modelId="{95A939FE-CEA9-4902-93F0-986DDC759B08}" type="sibTrans" cxnId="{271FF20A-2DA0-4A38-BC63-AD85901F32BA}">
      <dgm:prSet/>
      <dgm:spPr/>
      <dgm:t>
        <a:bodyPr/>
        <a:lstStyle/>
        <a:p>
          <a:endParaRPr lang="en-US"/>
        </a:p>
      </dgm:t>
    </dgm:pt>
    <dgm:pt modelId="{B39CA307-C4D1-4D74-8D98-2DBBA19D4895}">
      <dgm:prSet/>
      <dgm:spPr/>
      <dgm:t>
        <a:bodyPr/>
        <a:lstStyle/>
        <a:p>
          <a:pPr>
            <a:defRPr cap="all"/>
          </a:pPr>
          <a:r>
            <a:rPr lang="en-US"/>
            <a:t>AI/blockchain integration</a:t>
          </a:r>
        </a:p>
      </dgm:t>
    </dgm:pt>
    <dgm:pt modelId="{16AEE6B2-223F-44DA-8E0E-1E0C6833DB8D}" type="parTrans" cxnId="{52449BF5-ED20-447C-9A74-E8AA5265FAE5}">
      <dgm:prSet/>
      <dgm:spPr/>
      <dgm:t>
        <a:bodyPr/>
        <a:lstStyle/>
        <a:p>
          <a:endParaRPr lang="en-US"/>
        </a:p>
      </dgm:t>
    </dgm:pt>
    <dgm:pt modelId="{51CF114A-4924-4F8D-B68A-AEEF00E8F298}" type="sibTrans" cxnId="{52449BF5-ED20-447C-9A74-E8AA5265FAE5}">
      <dgm:prSet/>
      <dgm:spPr/>
      <dgm:t>
        <a:bodyPr/>
        <a:lstStyle/>
        <a:p>
          <a:endParaRPr lang="en-US"/>
        </a:p>
      </dgm:t>
    </dgm:pt>
    <dgm:pt modelId="{A40F8489-E366-4561-8D05-0FE1282CBA1F}">
      <dgm:prSet/>
      <dgm:spPr/>
      <dgm:t>
        <a:bodyPr/>
        <a:lstStyle/>
        <a:p>
          <a:pPr>
            <a:defRPr cap="all"/>
          </a:pPr>
          <a:r>
            <a:rPr lang="en-US"/>
            <a:t>Quantum resistance</a:t>
          </a:r>
        </a:p>
      </dgm:t>
    </dgm:pt>
    <dgm:pt modelId="{7861D64B-EE87-486D-9247-1A063359B452}" type="parTrans" cxnId="{F285AD97-CF69-4051-B1AA-941FB0FCCAF6}">
      <dgm:prSet/>
      <dgm:spPr/>
      <dgm:t>
        <a:bodyPr/>
        <a:lstStyle/>
        <a:p>
          <a:endParaRPr lang="en-US"/>
        </a:p>
      </dgm:t>
    </dgm:pt>
    <dgm:pt modelId="{6536C62A-27EC-4FE5-A3C7-98393F13B48A}" type="sibTrans" cxnId="{F285AD97-CF69-4051-B1AA-941FB0FCCAF6}">
      <dgm:prSet/>
      <dgm:spPr/>
      <dgm:t>
        <a:bodyPr/>
        <a:lstStyle/>
        <a:p>
          <a:endParaRPr lang="en-US"/>
        </a:p>
      </dgm:t>
    </dgm:pt>
    <dgm:pt modelId="{7D22190D-DF1F-4830-BC60-0FF78DFE0017}">
      <dgm:prSet/>
      <dgm:spPr/>
      <dgm:t>
        <a:bodyPr/>
        <a:lstStyle/>
        <a:p>
          <a:pPr>
            <a:defRPr cap="all"/>
          </a:pPr>
          <a:r>
            <a:rPr lang="en-US"/>
            <a:t>Cross-chain interoperability</a:t>
          </a:r>
        </a:p>
      </dgm:t>
    </dgm:pt>
    <dgm:pt modelId="{E0D60B5C-E4B0-43CE-BA0E-09B45D1D92B1}" type="parTrans" cxnId="{DDAE6F5A-E30C-4753-AE48-55EE84DADA43}">
      <dgm:prSet/>
      <dgm:spPr/>
      <dgm:t>
        <a:bodyPr/>
        <a:lstStyle/>
        <a:p>
          <a:endParaRPr lang="en-US"/>
        </a:p>
      </dgm:t>
    </dgm:pt>
    <dgm:pt modelId="{D4D0F59E-4C80-474B-94C6-CB5B4FB36C45}" type="sibTrans" cxnId="{DDAE6F5A-E30C-4753-AE48-55EE84DADA43}">
      <dgm:prSet/>
      <dgm:spPr/>
      <dgm:t>
        <a:bodyPr/>
        <a:lstStyle/>
        <a:p>
          <a:endParaRPr lang="en-US"/>
        </a:p>
      </dgm:t>
    </dgm:pt>
    <dgm:pt modelId="{31D0522B-0BEC-49FC-BE56-B9647DC40A4B}" type="pres">
      <dgm:prSet presAssocID="{9BE87C88-4747-4064-BD5F-1081838A41D3}" presName="root" presStyleCnt="0">
        <dgm:presLayoutVars>
          <dgm:dir/>
          <dgm:resizeHandles val="exact"/>
        </dgm:presLayoutVars>
      </dgm:prSet>
      <dgm:spPr/>
    </dgm:pt>
    <dgm:pt modelId="{9FAD5B79-A011-4368-A2E2-5E4290A84833}" type="pres">
      <dgm:prSet presAssocID="{E68BF765-E3A9-4BA6-864F-ECA7E43E2079}" presName="compNode" presStyleCnt="0"/>
      <dgm:spPr/>
    </dgm:pt>
    <dgm:pt modelId="{00E27C3C-2637-4B3E-AEED-784EEC7CB597}" type="pres">
      <dgm:prSet presAssocID="{E68BF765-E3A9-4BA6-864F-ECA7E43E2079}" presName="iconBgRect" presStyleLbl="bgShp" presStyleIdx="0" presStyleCnt="4"/>
      <dgm:spPr/>
    </dgm:pt>
    <dgm:pt modelId="{D71ED2AB-85B5-4893-8A33-1326411E5BB1}" type="pres">
      <dgm:prSet presAssocID="{E68BF765-E3A9-4BA6-864F-ECA7E43E2079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C22EA110-89EB-43C0-81AF-5BD37B3FA77E}" type="pres">
      <dgm:prSet presAssocID="{E68BF765-E3A9-4BA6-864F-ECA7E43E2079}" presName="spaceRect" presStyleCnt="0"/>
      <dgm:spPr/>
    </dgm:pt>
    <dgm:pt modelId="{B8F1AC91-B676-47EC-A254-EFE9A963F90F}" type="pres">
      <dgm:prSet presAssocID="{E68BF765-E3A9-4BA6-864F-ECA7E43E2079}" presName="textRect" presStyleLbl="revTx" presStyleIdx="0" presStyleCnt="4">
        <dgm:presLayoutVars>
          <dgm:chMax val="1"/>
          <dgm:chPref val="1"/>
        </dgm:presLayoutVars>
      </dgm:prSet>
      <dgm:spPr/>
    </dgm:pt>
    <dgm:pt modelId="{228330AE-014C-4F0C-901A-3557A623F17F}" type="pres">
      <dgm:prSet presAssocID="{95A939FE-CEA9-4902-93F0-986DDC759B08}" presName="sibTrans" presStyleCnt="0"/>
      <dgm:spPr/>
    </dgm:pt>
    <dgm:pt modelId="{B9572D76-F5B3-475E-B5A2-93F477B69A41}" type="pres">
      <dgm:prSet presAssocID="{B39CA307-C4D1-4D74-8D98-2DBBA19D4895}" presName="compNode" presStyleCnt="0"/>
      <dgm:spPr/>
    </dgm:pt>
    <dgm:pt modelId="{2AD72C91-375C-4F49-9C79-D66C283A0CAC}" type="pres">
      <dgm:prSet presAssocID="{B39CA307-C4D1-4D74-8D98-2DBBA19D4895}" presName="iconBgRect" presStyleLbl="bgShp" presStyleIdx="1" presStyleCnt="4"/>
      <dgm:spPr/>
    </dgm:pt>
    <dgm:pt modelId="{96FEB587-AD02-4BD2-A079-6E9B9574B6A2}" type="pres">
      <dgm:prSet presAssocID="{B39CA307-C4D1-4D74-8D98-2DBBA19D489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BBC2C338-4E49-47FF-ADE0-0899589F95AE}" type="pres">
      <dgm:prSet presAssocID="{B39CA307-C4D1-4D74-8D98-2DBBA19D4895}" presName="spaceRect" presStyleCnt="0"/>
      <dgm:spPr/>
    </dgm:pt>
    <dgm:pt modelId="{E5BAC384-D0F1-47D2-8F57-955FCAD3868A}" type="pres">
      <dgm:prSet presAssocID="{B39CA307-C4D1-4D74-8D98-2DBBA19D4895}" presName="textRect" presStyleLbl="revTx" presStyleIdx="1" presStyleCnt="4">
        <dgm:presLayoutVars>
          <dgm:chMax val="1"/>
          <dgm:chPref val="1"/>
        </dgm:presLayoutVars>
      </dgm:prSet>
      <dgm:spPr/>
    </dgm:pt>
    <dgm:pt modelId="{BC44EC22-8D1C-4457-A476-114E59F9A2EE}" type="pres">
      <dgm:prSet presAssocID="{51CF114A-4924-4F8D-B68A-AEEF00E8F298}" presName="sibTrans" presStyleCnt="0"/>
      <dgm:spPr/>
    </dgm:pt>
    <dgm:pt modelId="{76ADC240-4A70-4141-86B6-7AB32DBBC320}" type="pres">
      <dgm:prSet presAssocID="{A40F8489-E366-4561-8D05-0FE1282CBA1F}" presName="compNode" presStyleCnt="0"/>
      <dgm:spPr/>
    </dgm:pt>
    <dgm:pt modelId="{848CA10F-0435-4341-A2E9-44A6E2F86EA4}" type="pres">
      <dgm:prSet presAssocID="{A40F8489-E366-4561-8D05-0FE1282CBA1F}" presName="iconBgRect" presStyleLbl="bgShp" presStyleIdx="2" presStyleCnt="4"/>
      <dgm:spPr/>
    </dgm:pt>
    <dgm:pt modelId="{1FE4CF4E-1F46-4AF6-A760-AB0CE5397A94}" type="pres">
      <dgm:prSet presAssocID="{A40F8489-E366-4561-8D05-0FE1282CBA1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387A4886-A047-44AB-A003-5B7FDF29718A}" type="pres">
      <dgm:prSet presAssocID="{A40F8489-E366-4561-8D05-0FE1282CBA1F}" presName="spaceRect" presStyleCnt="0"/>
      <dgm:spPr/>
    </dgm:pt>
    <dgm:pt modelId="{680CD79B-CDDB-4545-BB96-3C611E8D64FC}" type="pres">
      <dgm:prSet presAssocID="{A40F8489-E366-4561-8D05-0FE1282CBA1F}" presName="textRect" presStyleLbl="revTx" presStyleIdx="2" presStyleCnt="4">
        <dgm:presLayoutVars>
          <dgm:chMax val="1"/>
          <dgm:chPref val="1"/>
        </dgm:presLayoutVars>
      </dgm:prSet>
      <dgm:spPr/>
    </dgm:pt>
    <dgm:pt modelId="{E7BDB576-D759-4698-BD7A-B73DD9F42BBB}" type="pres">
      <dgm:prSet presAssocID="{6536C62A-27EC-4FE5-A3C7-98393F13B48A}" presName="sibTrans" presStyleCnt="0"/>
      <dgm:spPr/>
    </dgm:pt>
    <dgm:pt modelId="{6EF78190-176D-4DF2-8488-BA1CDEAACE92}" type="pres">
      <dgm:prSet presAssocID="{7D22190D-DF1F-4830-BC60-0FF78DFE0017}" presName="compNode" presStyleCnt="0"/>
      <dgm:spPr/>
    </dgm:pt>
    <dgm:pt modelId="{3AE0C552-89A6-4E2D-B7DD-3DAC7AEA4FD3}" type="pres">
      <dgm:prSet presAssocID="{7D22190D-DF1F-4830-BC60-0FF78DFE0017}" presName="iconBgRect" presStyleLbl="bgShp" presStyleIdx="3" presStyleCnt="4"/>
      <dgm:spPr/>
    </dgm:pt>
    <dgm:pt modelId="{5DA976F1-4717-44FE-A5E6-F4377CD37DDE}" type="pres">
      <dgm:prSet presAssocID="{7D22190D-DF1F-4830-BC60-0FF78DFE001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ed"/>
        </a:ext>
      </dgm:extLst>
    </dgm:pt>
    <dgm:pt modelId="{21ED480C-3D9A-494F-A75C-F73CBEC37C1E}" type="pres">
      <dgm:prSet presAssocID="{7D22190D-DF1F-4830-BC60-0FF78DFE0017}" presName="spaceRect" presStyleCnt="0"/>
      <dgm:spPr/>
    </dgm:pt>
    <dgm:pt modelId="{B8AD8D42-F052-46D9-8A1A-0BAEAF83C5AF}" type="pres">
      <dgm:prSet presAssocID="{7D22190D-DF1F-4830-BC60-0FF78DFE001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71FF20A-2DA0-4A38-BC63-AD85901F32BA}" srcId="{9BE87C88-4747-4064-BD5F-1081838A41D3}" destId="{E68BF765-E3A9-4BA6-864F-ECA7E43E2079}" srcOrd="0" destOrd="0" parTransId="{3B26FFCD-6CE0-4304-98CB-0766BC55B373}" sibTransId="{95A939FE-CEA9-4902-93F0-986DDC759B08}"/>
    <dgm:cxn modelId="{D0041B1D-8D6D-476B-8726-10D106D57D5B}" type="presOf" srcId="{E68BF765-E3A9-4BA6-864F-ECA7E43E2079}" destId="{B8F1AC91-B676-47EC-A254-EFE9A963F90F}" srcOrd="0" destOrd="0" presId="urn:microsoft.com/office/officeart/2018/5/layout/IconCircleLabelList"/>
    <dgm:cxn modelId="{C96DE53A-D306-4D87-BAD4-9312DE64D49D}" type="presOf" srcId="{7D22190D-DF1F-4830-BC60-0FF78DFE0017}" destId="{B8AD8D42-F052-46D9-8A1A-0BAEAF83C5AF}" srcOrd="0" destOrd="0" presId="urn:microsoft.com/office/officeart/2018/5/layout/IconCircleLabelList"/>
    <dgm:cxn modelId="{DDAE6F5A-E30C-4753-AE48-55EE84DADA43}" srcId="{9BE87C88-4747-4064-BD5F-1081838A41D3}" destId="{7D22190D-DF1F-4830-BC60-0FF78DFE0017}" srcOrd="3" destOrd="0" parTransId="{E0D60B5C-E4B0-43CE-BA0E-09B45D1D92B1}" sibTransId="{D4D0F59E-4C80-474B-94C6-CB5B4FB36C45}"/>
    <dgm:cxn modelId="{5A5B5894-D20F-4ED2-B122-6FEC931A2DD3}" type="presOf" srcId="{B39CA307-C4D1-4D74-8D98-2DBBA19D4895}" destId="{E5BAC384-D0F1-47D2-8F57-955FCAD3868A}" srcOrd="0" destOrd="0" presId="urn:microsoft.com/office/officeart/2018/5/layout/IconCircleLabelList"/>
    <dgm:cxn modelId="{F285AD97-CF69-4051-B1AA-941FB0FCCAF6}" srcId="{9BE87C88-4747-4064-BD5F-1081838A41D3}" destId="{A40F8489-E366-4561-8D05-0FE1282CBA1F}" srcOrd="2" destOrd="0" parTransId="{7861D64B-EE87-486D-9247-1A063359B452}" sibTransId="{6536C62A-27EC-4FE5-A3C7-98393F13B48A}"/>
    <dgm:cxn modelId="{28EC24B1-C7C8-4B46-9E11-16A0C25E0955}" type="presOf" srcId="{A40F8489-E366-4561-8D05-0FE1282CBA1F}" destId="{680CD79B-CDDB-4545-BB96-3C611E8D64FC}" srcOrd="0" destOrd="0" presId="urn:microsoft.com/office/officeart/2018/5/layout/IconCircleLabelList"/>
    <dgm:cxn modelId="{259EB1E8-F95A-408E-A603-A4850C9A14C4}" type="presOf" srcId="{9BE87C88-4747-4064-BD5F-1081838A41D3}" destId="{31D0522B-0BEC-49FC-BE56-B9647DC40A4B}" srcOrd="0" destOrd="0" presId="urn:microsoft.com/office/officeart/2018/5/layout/IconCircleLabelList"/>
    <dgm:cxn modelId="{52449BF5-ED20-447C-9A74-E8AA5265FAE5}" srcId="{9BE87C88-4747-4064-BD5F-1081838A41D3}" destId="{B39CA307-C4D1-4D74-8D98-2DBBA19D4895}" srcOrd="1" destOrd="0" parTransId="{16AEE6B2-223F-44DA-8E0E-1E0C6833DB8D}" sibTransId="{51CF114A-4924-4F8D-B68A-AEEF00E8F298}"/>
    <dgm:cxn modelId="{1AC7D0F2-1579-4279-9779-BB34A5263D5B}" type="presParOf" srcId="{31D0522B-0BEC-49FC-BE56-B9647DC40A4B}" destId="{9FAD5B79-A011-4368-A2E2-5E4290A84833}" srcOrd="0" destOrd="0" presId="urn:microsoft.com/office/officeart/2018/5/layout/IconCircleLabelList"/>
    <dgm:cxn modelId="{E5D8A2FB-35E0-4DD3-95DA-BA8D3F075F27}" type="presParOf" srcId="{9FAD5B79-A011-4368-A2E2-5E4290A84833}" destId="{00E27C3C-2637-4B3E-AEED-784EEC7CB597}" srcOrd="0" destOrd="0" presId="urn:microsoft.com/office/officeart/2018/5/layout/IconCircleLabelList"/>
    <dgm:cxn modelId="{960FF9C0-94D8-428E-9395-71381D92036A}" type="presParOf" srcId="{9FAD5B79-A011-4368-A2E2-5E4290A84833}" destId="{D71ED2AB-85B5-4893-8A33-1326411E5BB1}" srcOrd="1" destOrd="0" presId="urn:microsoft.com/office/officeart/2018/5/layout/IconCircleLabelList"/>
    <dgm:cxn modelId="{B314D75F-6557-4820-A00D-FEE06ABA2240}" type="presParOf" srcId="{9FAD5B79-A011-4368-A2E2-5E4290A84833}" destId="{C22EA110-89EB-43C0-81AF-5BD37B3FA77E}" srcOrd="2" destOrd="0" presId="urn:microsoft.com/office/officeart/2018/5/layout/IconCircleLabelList"/>
    <dgm:cxn modelId="{EC64F414-5C0B-42CF-8B5B-001285F0BF09}" type="presParOf" srcId="{9FAD5B79-A011-4368-A2E2-5E4290A84833}" destId="{B8F1AC91-B676-47EC-A254-EFE9A963F90F}" srcOrd="3" destOrd="0" presId="urn:microsoft.com/office/officeart/2018/5/layout/IconCircleLabelList"/>
    <dgm:cxn modelId="{1D468076-2890-4871-B34B-AE2B186B0D4A}" type="presParOf" srcId="{31D0522B-0BEC-49FC-BE56-B9647DC40A4B}" destId="{228330AE-014C-4F0C-901A-3557A623F17F}" srcOrd="1" destOrd="0" presId="urn:microsoft.com/office/officeart/2018/5/layout/IconCircleLabelList"/>
    <dgm:cxn modelId="{3BD1C632-3664-4E80-B60C-10AEECAC1D52}" type="presParOf" srcId="{31D0522B-0BEC-49FC-BE56-B9647DC40A4B}" destId="{B9572D76-F5B3-475E-B5A2-93F477B69A41}" srcOrd="2" destOrd="0" presId="urn:microsoft.com/office/officeart/2018/5/layout/IconCircleLabelList"/>
    <dgm:cxn modelId="{0A1648CE-D5B7-40D7-9BF1-C85CF607E60E}" type="presParOf" srcId="{B9572D76-F5B3-475E-B5A2-93F477B69A41}" destId="{2AD72C91-375C-4F49-9C79-D66C283A0CAC}" srcOrd="0" destOrd="0" presId="urn:microsoft.com/office/officeart/2018/5/layout/IconCircleLabelList"/>
    <dgm:cxn modelId="{4AA391B0-CF70-4485-A714-131A07E1F9BF}" type="presParOf" srcId="{B9572D76-F5B3-475E-B5A2-93F477B69A41}" destId="{96FEB587-AD02-4BD2-A079-6E9B9574B6A2}" srcOrd="1" destOrd="0" presId="urn:microsoft.com/office/officeart/2018/5/layout/IconCircleLabelList"/>
    <dgm:cxn modelId="{412042F3-5129-4765-9A51-0C66A4BDE40A}" type="presParOf" srcId="{B9572D76-F5B3-475E-B5A2-93F477B69A41}" destId="{BBC2C338-4E49-47FF-ADE0-0899589F95AE}" srcOrd="2" destOrd="0" presId="urn:microsoft.com/office/officeart/2018/5/layout/IconCircleLabelList"/>
    <dgm:cxn modelId="{FD72CE60-0E57-452E-95BE-56CE58CE35E4}" type="presParOf" srcId="{B9572D76-F5B3-475E-B5A2-93F477B69A41}" destId="{E5BAC384-D0F1-47D2-8F57-955FCAD3868A}" srcOrd="3" destOrd="0" presId="urn:microsoft.com/office/officeart/2018/5/layout/IconCircleLabelList"/>
    <dgm:cxn modelId="{8A279779-25A4-4D3A-81EC-CF3318E496C9}" type="presParOf" srcId="{31D0522B-0BEC-49FC-BE56-B9647DC40A4B}" destId="{BC44EC22-8D1C-4457-A476-114E59F9A2EE}" srcOrd="3" destOrd="0" presId="urn:microsoft.com/office/officeart/2018/5/layout/IconCircleLabelList"/>
    <dgm:cxn modelId="{104C6825-AEC8-42CE-A11B-C519716EEC17}" type="presParOf" srcId="{31D0522B-0BEC-49FC-BE56-B9647DC40A4B}" destId="{76ADC240-4A70-4141-86B6-7AB32DBBC320}" srcOrd="4" destOrd="0" presId="urn:microsoft.com/office/officeart/2018/5/layout/IconCircleLabelList"/>
    <dgm:cxn modelId="{05393B6F-246C-4F4C-B6DA-E1B71B74547F}" type="presParOf" srcId="{76ADC240-4A70-4141-86B6-7AB32DBBC320}" destId="{848CA10F-0435-4341-A2E9-44A6E2F86EA4}" srcOrd="0" destOrd="0" presId="urn:microsoft.com/office/officeart/2018/5/layout/IconCircleLabelList"/>
    <dgm:cxn modelId="{2454C289-373B-4BC5-942B-C8FA1592182C}" type="presParOf" srcId="{76ADC240-4A70-4141-86B6-7AB32DBBC320}" destId="{1FE4CF4E-1F46-4AF6-A760-AB0CE5397A94}" srcOrd="1" destOrd="0" presId="urn:microsoft.com/office/officeart/2018/5/layout/IconCircleLabelList"/>
    <dgm:cxn modelId="{05C0C24E-E4DF-407B-A1E4-8193147E0779}" type="presParOf" srcId="{76ADC240-4A70-4141-86B6-7AB32DBBC320}" destId="{387A4886-A047-44AB-A003-5B7FDF29718A}" srcOrd="2" destOrd="0" presId="urn:microsoft.com/office/officeart/2018/5/layout/IconCircleLabelList"/>
    <dgm:cxn modelId="{C439749F-2A06-47C5-A0D0-2C8908B4B2E9}" type="presParOf" srcId="{76ADC240-4A70-4141-86B6-7AB32DBBC320}" destId="{680CD79B-CDDB-4545-BB96-3C611E8D64FC}" srcOrd="3" destOrd="0" presId="urn:microsoft.com/office/officeart/2018/5/layout/IconCircleLabelList"/>
    <dgm:cxn modelId="{6137B9C8-ECC3-487A-A377-1C3B62BD107F}" type="presParOf" srcId="{31D0522B-0BEC-49FC-BE56-B9647DC40A4B}" destId="{E7BDB576-D759-4698-BD7A-B73DD9F42BBB}" srcOrd="5" destOrd="0" presId="urn:microsoft.com/office/officeart/2018/5/layout/IconCircleLabelList"/>
    <dgm:cxn modelId="{BE96872A-510C-4C05-8BDF-25034197810A}" type="presParOf" srcId="{31D0522B-0BEC-49FC-BE56-B9647DC40A4B}" destId="{6EF78190-176D-4DF2-8488-BA1CDEAACE92}" srcOrd="6" destOrd="0" presId="urn:microsoft.com/office/officeart/2018/5/layout/IconCircleLabelList"/>
    <dgm:cxn modelId="{C0FCAAB3-A6BE-4340-B3D4-D91DEAA895D9}" type="presParOf" srcId="{6EF78190-176D-4DF2-8488-BA1CDEAACE92}" destId="{3AE0C552-89A6-4E2D-B7DD-3DAC7AEA4FD3}" srcOrd="0" destOrd="0" presId="urn:microsoft.com/office/officeart/2018/5/layout/IconCircleLabelList"/>
    <dgm:cxn modelId="{15F457F5-08C0-4545-9B2B-8DD906C1AAB4}" type="presParOf" srcId="{6EF78190-176D-4DF2-8488-BA1CDEAACE92}" destId="{5DA976F1-4717-44FE-A5E6-F4377CD37DDE}" srcOrd="1" destOrd="0" presId="urn:microsoft.com/office/officeart/2018/5/layout/IconCircleLabelList"/>
    <dgm:cxn modelId="{A0FBEEC0-BB64-46DC-9DBC-55D034D74A57}" type="presParOf" srcId="{6EF78190-176D-4DF2-8488-BA1CDEAACE92}" destId="{21ED480C-3D9A-494F-A75C-F73CBEC37C1E}" srcOrd="2" destOrd="0" presId="urn:microsoft.com/office/officeart/2018/5/layout/IconCircleLabelList"/>
    <dgm:cxn modelId="{7C7DD0C9-0726-4BC4-B99C-79B4EBF46F58}" type="presParOf" srcId="{6EF78190-176D-4DF2-8488-BA1CDEAACE92}" destId="{B8AD8D42-F052-46D9-8A1A-0BAEAF83C5A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70DA0F5-BDA9-438C-BFEA-1AF3FEB3809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00B83A2-6977-417C-A8CF-2B1C04464ACA}">
      <dgm:prSet/>
      <dgm:spPr/>
      <dgm:t>
        <a:bodyPr/>
        <a:lstStyle/>
        <a:p>
          <a:r>
            <a:rPr lang="en-US"/>
            <a:t>Survey of blockchain architecture</a:t>
          </a:r>
        </a:p>
      </dgm:t>
    </dgm:pt>
    <dgm:pt modelId="{10BD3D57-CDFC-4BB0-AA6F-6EA6AAB7B309}" type="parTrans" cxnId="{8A6FA7DA-C3EE-4C32-AC8D-3048E2F75BDB}">
      <dgm:prSet/>
      <dgm:spPr/>
      <dgm:t>
        <a:bodyPr/>
        <a:lstStyle/>
        <a:p>
          <a:endParaRPr lang="en-US"/>
        </a:p>
      </dgm:t>
    </dgm:pt>
    <dgm:pt modelId="{63FDB24F-7201-49FF-8F26-D8A3F02FBF90}" type="sibTrans" cxnId="{8A6FA7DA-C3EE-4C32-AC8D-3048E2F75BDB}">
      <dgm:prSet/>
      <dgm:spPr/>
      <dgm:t>
        <a:bodyPr/>
        <a:lstStyle/>
        <a:p>
          <a:endParaRPr lang="en-US"/>
        </a:p>
      </dgm:t>
    </dgm:pt>
    <dgm:pt modelId="{FBA8E099-6086-46F2-84DE-6335DF20BA2B}">
      <dgm:prSet/>
      <dgm:spPr/>
      <dgm:t>
        <a:bodyPr/>
        <a:lstStyle/>
        <a:p>
          <a:r>
            <a:rPr lang="en-US"/>
            <a:t>Taxonomy of blockchain types</a:t>
          </a:r>
        </a:p>
      </dgm:t>
    </dgm:pt>
    <dgm:pt modelId="{D7E7A926-3693-49BC-9C73-156A1906420A}" type="parTrans" cxnId="{7EF8DE97-F8CC-4FA0-9320-1C499662EF6B}">
      <dgm:prSet/>
      <dgm:spPr/>
      <dgm:t>
        <a:bodyPr/>
        <a:lstStyle/>
        <a:p>
          <a:endParaRPr lang="en-US"/>
        </a:p>
      </dgm:t>
    </dgm:pt>
    <dgm:pt modelId="{2A3CBAAD-3289-43A9-85B2-96F5921A5F3B}" type="sibTrans" cxnId="{7EF8DE97-F8CC-4FA0-9320-1C499662EF6B}">
      <dgm:prSet/>
      <dgm:spPr/>
      <dgm:t>
        <a:bodyPr/>
        <a:lstStyle/>
        <a:p>
          <a:endParaRPr lang="en-US"/>
        </a:p>
      </dgm:t>
    </dgm:pt>
    <dgm:pt modelId="{72C6AF87-C52C-4D71-9B3E-4B8BC34A212E}">
      <dgm:prSet/>
      <dgm:spPr/>
      <dgm:t>
        <a:bodyPr/>
        <a:lstStyle/>
        <a:p>
          <a:r>
            <a:rPr lang="en-US"/>
            <a:t>Comparison of consensus protocols</a:t>
          </a:r>
        </a:p>
      </dgm:t>
    </dgm:pt>
    <dgm:pt modelId="{A596B0FA-14E3-4616-B8ED-5AC18CB80011}" type="parTrans" cxnId="{6C5E092A-00E8-40BC-AD77-79C23572ABE5}">
      <dgm:prSet/>
      <dgm:spPr/>
      <dgm:t>
        <a:bodyPr/>
        <a:lstStyle/>
        <a:p>
          <a:endParaRPr lang="en-US"/>
        </a:p>
      </dgm:t>
    </dgm:pt>
    <dgm:pt modelId="{0AA8AFCE-2BF8-47E4-82BE-BEDBC7E40DD8}" type="sibTrans" cxnId="{6C5E092A-00E8-40BC-AD77-79C23572ABE5}">
      <dgm:prSet/>
      <dgm:spPr/>
      <dgm:t>
        <a:bodyPr/>
        <a:lstStyle/>
        <a:p>
          <a:endParaRPr lang="en-US"/>
        </a:p>
      </dgm:t>
    </dgm:pt>
    <dgm:pt modelId="{A5A2770C-E8B4-44A4-B2E0-9FCAD2E5139D}">
      <dgm:prSet/>
      <dgm:spPr/>
      <dgm:t>
        <a:bodyPr/>
        <a:lstStyle/>
        <a:p>
          <a:r>
            <a:rPr lang="en-US"/>
            <a:t>Use-case analysis</a:t>
          </a:r>
        </a:p>
      </dgm:t>
    </dgm:pt>
    <dgm:pt modelId="{56E92167-E26E-404A-8F47-3A5158F79B86}" type="parTrans" cxnId="{9CEA08AB-E212-41CE-BEBE-309ABFFD74A4}">
      <dgm:prSet/>
      <dgm:spPr/>
      <dgm:t>
        <a:bodyPr/>
        <a:lstStyle/>
        <a:p>
          <a:endParaRPr lang="en-US"/>
        </a:p>
      </dgm:t>
    </dgm:pt>
    <dgm:pt modelId="{19F8927D-43AB-4F23-8A07-0C610868AD9F}" type="sibTrans" cxnId="{9CEA08AB-E212-41CE-BEBE-309ABFFD74A4}">
      <dgm:prSet/>
      <dgm:spPr/>
      <dgm:t>
        <a:bodyPr/>
        <a:lstStyle/>
        <a:p>
          <a:endParaRPr lang="en-US"/>
        </a:p>
      </dgm:t>
    </dgm:pt>
    <dgm:pt modelId="{D6D11E74-63AC-429A-AA80-AC4505B32236}">
      <dgm:prSet/>
      <dgm:spPr/>
      <dgm:t>
        <a:bodyPr/>
        <a:lstStyle/>
        <a:p>
          <a:r>
            <a:rPr lang="en-US"/>
            <a:t>Challenges and future research</a:t>
          </a:r>
        </a:p>
      </dgm:t>
    </dgm:pt>
    <dgm:pt modelId="{54510783-51A2-412A-BE25-A50E7CEEE772}" type="parTrans" cxnId="{4BD000B9-A9CD-4B73-873D-0ADCE286125D}">
      <dgm:prSet/>
      <dgm:spPr/>
      <dgm:t>
        <a:bodyPr/>
        <a:lstStyle/>
        <a:p>
          <a:endParaRPr lang="en-US"/>
        </a:p>
      </dgm:t>
    </dgm:pt>
    <dgm:pt modelId="{3ECA5ABB-4CA2-47FA-9407-3ADFB9A4C7CD}" type="sibTrans" cxnId="{4BD000B9-A9CD-4B73-873D-0ADCE286125D}">
      <dgm:prSet/>
      <dgm:spPr/>
      <dgm:t>
        <a:bodyPr/>
        <a:lstStyle/>
        <a:p>
          <a:endParaRPr lang="en-US"/>
        </a:p>
      </dgm:t>
    </dgm:pt>
    <dgm:pt modelId="{02061DE8-9E4E-4D56-9D28-6326F5AD36FA}" type="pres">
      <dgm:prSet presAssocID="{E70DA0F5-BDA9-438C-BFEA-1AF3FEB38090}" presName="linear" presStyleCnt="0">
        <dgm:presLayoutVars>
          <dgm:animLvl val="lvl"/>
          <dgm:resizeHandles val="exact"/>
        </dgm:presLayoutVars>
      </dgm:prSet>
      <dgm:spPr/>
    </dgm:pt>
    <dgm:pt modelId="{50778F59-C321-4AC5-913B-E0736AE881AA}" type="pres">
      <dgm:prSet presAssocID="{A00B83A2-6977-417C-A8CF-2B1C04464AC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3368DDD-19B6-4D8E-9169-8208343B9B43}" type="pres">
      <dgm:prSet presAssocID="{63FDB24F-7201-49FF-8F26-D8A3F02FBF90}" presName="spacer" presStyleCnt="0"/>
      <dgm:spPr/>
    </dgm:pt>
    <dgm:pt modelId="{E6F0E741-6E89-4747-B073-1426B0132F2A}" type="pres">
      <dgm:prSet presAssocID="{FBA8E099-6086-46F2-84DE-6335DF20BA2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0794FDB-21CE-40A6-98BD-66AAFA644900}" type="pres">
      <dgm:prSet presAssocID="{2A3CBAAD-3289-43A9-85B2-96F5921A5F3B}" presName="spacer" presStyleCnt="0"/>
      <dgm:spPr/>
    </dgm:pt>
    <dgm:pt modelId="{6B9D991B-67F6-40CB-B054-2DFC4D02645C}" type="pres">
      <dgm:prSet presAssocID="{72C6AF87-C52C-4D71-9B3E-4B8BC34A212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2130ABE-B1F4-4D49-8FE0-1E769842BC82}" type="pres">
      <dgm:prSet presAssocID="{0AA8AFCE-2BF8-47E4-82BE-BEDBC7E40DD8}" presName="spacer" presStyleCnt="0"/>
      <dgm:spPr/>
    </dgm:pt>
    <dgm:pt modelId="{AA3F6639-522E-4346-B85B-3F2CC08515E7}" type="pres">
      <dgm:prSet presAssocID="{A5A2770C-E8B4-44A4-B2E0-9FCAD2E5139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3382107-FDAC-440C-8197-738D10449B32}" type="pres">
      <dgm:prSet presAssocID="{19F8927D-43AB-4F23-8A07-0C610868AD9F}" presName="spacer" presStyleCnt="0"/>
      <dgm:spPr/>
    </dgm:pt>
    <dgm:pt modelId="{7B6C7E4F-AF44-474C-8976-251B580E8A84}" type="pres">
      <dgm:prSet presAssocID="{D6D11E74-63AC-429A-AA80-AC4505B3223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188EA12-A501-42F4-8A0F-4AC8695CAEB8}" type="presOf" srcId="{D6D11E74-63AC-429A-AA80-AC4505B32236}" destId="{7B6C7E4F-AF44-474C-8976-251B580E8A84}" srcOrd="0" destOrd="0" presId="urn:microsoft.com/office/officeart/2005/8/layout/vList2"/>
    <dgm:cxn modelId="{6C5E092A-00E8-40BC-AD77-79C23572ABE5}" srcId="{E70DA0F5-BDA9-438C-BFEA-1AF3FEB38090}" destId="{72C6AF87-C52C-4D71-9B3E-4B8BC34A212E}" srcOrd="2" destOrd="0" parTransId="{A596B0FA-14E3-4616-B8ED-5AC18CB80011}" sibTransId="{0AA8AFCE-2BF8-47E4-82BE-BEDBC7E40DD8}"/>
    <dgm:cxn modelId="{DD0D634C-51F2-40E2-A03D-0ADD34209A39}" type="presOf" srcId="{A5A2770C-E8B4-44A4-B2E0-9FCAD2E5139D}" destId="{AA3F6639-522E-4346-B85B-3F2CC08515E7}" srcOrd="0" destOrd="0" presId="urn:microsoft.com/office/officeart/2005/8/layout/vList2"/>
    <dgm:cxn modelId="{9E8EF352-3784-40AE-9E6B-B947FA8A9F92}" type="presOf" srcId="{72C6AF87-C52C-4D71-9B3E-4B8BC34A212E}" destId="{6B9D991B-67F6-40CB-B054-2DFC4D02645C}" srcOrd="0" destOrd="0" presId="urn:microsoft.com/office/officeart/2005/8/layout/vList2"/>
    <dgm:cxn modelId="{52EA8A94-99A0-4A51-A2A4-A12B96FA9D41}" type="presOf" srcId="{FBA8E099-6086-46F2-84DE-6335DF20BA2B}" destId="{E6F0E741-6E89-4747-B073-1426B0132F2A}" srcOrd="0" destOrd="0" presId="urn:microsoft.com/office/officeart/2005/8/layout/vList2"/>
    <dgm:cxn modelId="{7EF8DE97-F8CC-4FA0-9320-1C499662EF6B}" srcId="{E70DA0F5-BDA9-438C-BFEA-1AF3FEB38090}" destId="{FBA8E099-6086-46F2-84DE-6335DF20BA2B}" srcOrd="1" destOrd="0" parTransId="{D7E7A926-3693-49BC-9C73-156A1906420A}" sibTransId="{2A3CBAAD-3289-43A9-85B2-96F5921A5F3B}"/>
    <dgm:cxn modelId="{9CEA08AB-E212-41CE-BEBE-309ABFFD74A4}" srcId="{E70DA0F5-BDA9-438C-BFEA-1AF3FEB38090}" destId="{A5A2770C-E8B4-44A4-B2E0-9FCAD2E5139D}" srcOrd="3" destOrd="0" parTransId="{56E92167-E26E-404A-8F47-3A5158F79B86}" sibTransId="{19F8927D-43AB-4F23-8A07-0C610868AD9F}"/>
    <dgm:cxn modelId="{4BD000B9-A9CD-4B73-873D-0ADCE286125D}" srcId="{E70DA0F5-BDA9-438C-BFEA-1AF3FEB38090}" destId="{D6D11E74-63AC-429A-AA80-AC4505B32236}" srcOrd="4" destOrd="0" parTransId="{54510783-51A2-412A-BE25-A50E7CEEE772}" sibTransId="{3ECA5ABB-4CA2-47FA-9407-3ADFB9A4C7CD}"/>
    <dgm:cxn modelId="{C1C40ABE-DDF2-4A0D-A2E5-DE0E9133F116}" type="presOf" srcId="{A00B83A2-6977-417C-A8CF-2B1C04464ACA}" destId="{50778F59-C321-4AC5-913B-E0736AE881AA}" srcOrd="0" destOrd="0" presId="urn:microsoft.com/office/officeart/2005/8/layout/vList2"/>
    <dgm:cxn modelId="{59631BC0-388C-40D4-BFB9-B604D79D7F4C}" type="presOf" srcId="{E70DA0F5-BDA9-438C-BFEA-1AF3FEB38090}" destId="{02061DE8-9E4E-4D56-9D28-6326F5AD36FA}" srcOrd="0" destOrd="0" presId="urn:microsoft.com/office/officeart/2005/8/layout/vList2"/>
    <dgm:cxn modelId="{8A6FA7DA-C3EE-4C32-AC8D-3048E2F75BDB}" srcId="{E70DA0F5-BDA9-438C-BFEA-1AF3FEB38090}" destId="{A00B83A2-6977-417C-A8CF-2B1C04464ACA}" srcOrd="0" destOrd="0" parTransId="{10BD3D57-CDFC-4BB0-AA6F-6EA6AAB7B309}" sibTransId="{63FDB24F-7201-49FF-8F26-D8A3F02FBF90}"/>
    <dgm:cxn modelId="{8AD7FEEA-994C-4669-A84C-F4485487D01C}" type="presParOf" srcId="{02061DE8-9E4E-4D56-9D28-6326F5AD36FA}" destId="{50778F59-C321-4AC5-913B-E0736AE881AA}" srcOrd="0" destOrd="0" presId="urn:microsoft.com/office/officeart/2005/8/layout/vList2"/>
    <dgm:cxn modelId="{D8BF47DF-FE7D-4FA1-94B3-4067B493330C}" type="presParOf" srcId="{02061DE8-9E4E-4D56-9D28-6326F5AD36FA}" destId="{63368DDD-19B6-4D8E-9169-8208343B9B43}" srcOrd="1" destOrd="0" presId="urn:microsoft.com/office/officeart/2005/8/layout/vList2"/>
    <dgm:cxn modelId="{0D2DC523-38C1-4725-80D7-266365903824}" type="presParOf" srcId="{02061DE8-9E4E-4D56-9D28-6326F5AD36FA}" destId="{E6F0E741-6E89-4747-B073-1426B0132F2A}" srcOrd="2" destOrd="0" presId="urn:microsoft.com/office/officeart/2005/8/layout/vList2"/>
    <dgm:cxn modelId="{2A8835E1-812F-4177-9F0E-88A027DF09FB}" type="presParOf" srcId="{02061DE8-9E4E-4D56-9D28-6326F5AD36FA}" destId="{A0794FDB-21CE-40A6-98BD-66AAFA644900}" srcOrd="3" destOrd="0" presId="urn:microsoft.com/office/officeart/2005/8/layout/vList2"/>
    <dgm:cxn modelId="{22EAFA69-B7D6-46B1-9454-4BEA80F1F310}" type="presParOf" srcId="{02061DE8-9E4E-4D56-9D28-6326F5AD36FA}" destId="{6B9D991B-67F6-40CB-B054-2DFC4D02645C}" srcOrd="4" destOrd="0" presId="urn:microsoft.com/office/officeart/2005/8/layout/vList2"/>
    <dgm:cxn modelId="{8A1C69B2-C560-4C04-823B-4A3313043613}" type="presParOf" srcId="{02061DE8-9E4E-4D56-9D28-6326F5AD36FA}" destId="{22130ABE-B1F4-4D49-8FE0-1E769842BC82}" srcOrd="5" destOrd="0" presId="urn:microsoft.com/office/officeart/2005/8/layout/vList2"/>
    <dgm:cxn modelId="{54F0C31C-A5EA-4A8B-823E-82C49F620A30}" type="presParOf" srcId="{02061DE8-9E4E-4D56-9D28-6326F5AD36FA}" destId="{AA3F6639-522E-4346-B85B-3F2CC08515E7}" srcOrd="6" destOrd="0" presId="urn:microsoft.com/office/officeart/2005/8/layout/vList2"/>
    <dgm:cxn modelId="{79219D19-179A-4C6F-8266-389E06CDE05F}" type="presParOf" srcId="{02061DE8-9E4E-4D56-9D28-6326F5AD36FA}" destId="{33382107-FDAC-440C-8197-738D10449B32}" srcOrd="7" destOrd="0" presId="urn:microsoft.com/office/officeart/2005/8/layout/vList2"/>
    <dgm:cxn modelId="{1C3328B6-F18E-4862-AEA6-34D5667CC45A}" type="presParOf" srcId="{02061DE8-9E4E-4D56-9D28-6326F5AD36FA}" destId="{7B6C7E4F-AF44-474C-8976-251B580E8A8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9235B2-DC38-47EC-B320-F7F52CD21F32}">
      <dsp:nvSpPr>
        <dsp:cNvPr id="0" name=""/>
        <dsp:cNvSpPr/>
      </dsp:nvSpPr>
      <dsp:spPr>
        <a:xfrm rot="5400000">
          <a:off x="2962573" y="-954843"/>
          <a:ext cx="1121829" cy="331622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Miners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Energy intensive</a:t>
          </a:r>
        </a:p>
      </dsp:txBody>
      <dsp:txXfrm rot="-5400000">
        <a:off x="1865376" y="197117"/>
        <a:ext cx="3261461" cy="1012303"/>
      </dsp:txXfrm>
    </dsp:sp>
    <dsp:sp modelId="{1DC2A4B6-A2E8-4557-AD73-2F7A65551D72}">
      <dsp:nvSpPr>
        <dsp:cNvPr id="0" name=""/>
        <dsp:cNvSpPr/>
      </dsp:nvSpPr>
      <dsp:spPr>
        <a:xfrm>
          <a:off x="0" y="2124"/>
          <a:ext cx="1865376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Proof of Work (PoW)</a:t>
          </a:r>
        </a:p>
      </dsp:txBody>
      <dsp:txXfrm>
        <a:off x="68454" y="70578"/>
        <a:ext cx="1728468" cy="1265378"/>
      </dsp:txXfrm>
    </dsp:sp>
    <dsp:sp modelId="{74A6188C-88CB-415F-9E6B-D402FFC8E002}">
      <dsp:nvSpPr>
        <dsp:cNvPr id="0" name=""/>
        <dsp:cNvSpPr/>
      </dsp:nvSpPr>
      <dsp:spPr>
        <a:xfrm rot="5400000">
          <a:off x="2962573" y="517557"/>
          <a:ext cx="1121829" cy="331622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Stake cryptocurrency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Energy efficient</a:t>
          </a:r>
        </a:p>
      </dsp:txBody>
      <dsp:txXfrm rot="-5400000">
        <a:off x="1865376" y="1669518"/>
        <a:ext cx="3261461" cy="1012303"/>
      </dsp:txXfrm>
    </dsp:sp>
    <dsp:sp modelId="{DB932899-1A6E-43EF-8D25-844C96585F9B}">
      <dsp:nvSpPr>
        <dsp:cNvPr id="0" name=""/>
        <dsp:cNvSpPr/>
      </dsp:nvSpPr>
      <dsp:spPr>
        <a:xfrm>
          <a:off x="0" y="1474525"/>
          <a:ext cx="1865376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Proof of Stake (PoS)</a:t>
          </a:r>
        </a:p>
      </dsp:txBody>
      <dsp:txXfrm>
        <a:off x="68454" y="1542979"/>
        <a:ext cx="1728468" cy="1265378"/>
      </dsp:txXfrm>
    </dsp:sp>
    <dsp:sp modelId="{619908C9-C3E0-4F45-8DEE-98985706BAFE}">
      <dsp:nvSpPr>
        <dsp:cNvPr id="0" name=""/>
        <dsp:cNvSpPr/>
      </dsp:nvSpPr>
      <dsp:spPr>
        <a:xfrm rot="5400000">
          <a:off x="2962573" y="1989957"/>
          <a:ext cx="1121829" cy="331622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Democracy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Not entirely decentralized. </a:t>
          </a:r>
        </a:p>
      </dsp:txBody>
      <dsp:txXfrm rot="-5400000">
        <a:off x="1865376" y="3141918"/>
        <a:ext cx="3261461" cy="1012303"/>
      </dsp:txXfrm>
    </dsp:sp>
    <dsp:sp modelId="{ACFD0A75-A837-40A1-8EB6-C6DF980AC5A0}">
      <dsp:nvSpPr>
        <dsp:cNvPr id="0" name=""/>
        <dsp:cNvSpPr/>
      </dsp:nvSpPr>
      <dsp:spPr>
        <a:xfrm>
          <a:off x="0" y="2946926"/>
          <a:ext cx="1865376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Delegated PoS (DPoS)</a:t>
          </a:r>
        </a:p>
      </dsp:txBody>
      <dsp:txXfrm>
        <a:off x="68454" y="3015380"/>
        <a:ext cx="1728468" cy="12653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F65944-2499-4C6B-B5E8-D07D718C8C0F}">
      <dsp:nvSpPr>
        <dsp:cNvPr id="0" name=""/>
        <dsp:cNvSpPr/>
      </dsp:nvSpPr>
      <dsp:spPr>
        <a:xfrm>
          <a:off x="311379" y="1142964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08CC23-80C2-4B6E-A184-FFB284FEA3AF}">
      <dsp:nvSpPr>
        <dsp:cNvPr id="0" name=""/>
        <dsp:cNvSpPr/>
      </dsp:nvSpPr>
      <dsp:spPr>
        <a:xfrm>
          <a:off x="517957" y="1349543"/>
          <a:ext cx="556171" cy="556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0E5A01-EA97-4C99-A826-E73BB0819750}">
      <dsp:nvSpPr>
        <dsp:cNvPr id="0" name=""/>
        <dsp:cNvSpPr/>
      </dsp:nvSpPr>
      <dsp:spPr>
        <a:xfrm>
          <a:off x="1512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Finance</a:t>
          </a:r>
        </a:p>
      </dsp:txBody>
      <dsp:txXfrm>
        <a:off x="1512" y="2414215"/>
        <a:ext cx="1589062" cy="635625"/>
      </dsp:txXfrm>
    </dsp:sp>
    <dsp:sp modelId="{40177ACB-5C5F-4495-BE45-39416403EF65}">
      <dsp:nvSpPr>
        <dsp:cNvPr id="0" name=""/>
        <dsp:cNvSpPr/>
      </dsp:nvSpPr>
      <dsp:spPr>
        <a:xfrm>
          <a:off x="2178527" y="1142964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A0FC07-CF8A-4246-87E5-CEEECE0E920C}">
      <dsp:nvSpPr>
        <dsp:cNvPr id="0" name=""/>
        <dsp:cNvSpPr/>
      </dsp:nvSpPr>
      <dsp:spPr>
        <a:xfrm>
          <a:off x="2385105" y="1349543"/>
          <a:ext cx="556171" cy="556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1B1CE5-B56A-405B-8FA8-01B509F4CCF1}">
      <dsp:nvSpPr>
        <dsp:cNvPr id="0" name=""/>
        <dsp:cNvSpPr/>
      </dsp:nvSpPr>
      <dsp:spPr>
        <a:xfrm>
          <a:off x="1868660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Supply Chain</a:t>
          </a:r>
        </a:p>
      </dsp:txBody>
      <dsp:txXfrm>
        <a:off x="1868660" y="2414215"/>
        <a:ext cx="1589062" cy="635625"/>
      </dsp:txXfrm>
    </dsp:sp>
    <dsp:sp modelId="{0671F1C4-16EE-42B6-8193-73DCCE4BD3DA}">
      <dsp:nvSpPr>
        <dsp:cNvPr id="0" name=""/>
        <dsp:cNvSpPr/>
      </dsp:nvSpPr>
      <dsp:spPr>
        <a:xfrm>
          <a:off x="4045676" y="1142964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AB23C6-F221-49D7-BFBC-93FAD5178324}">
      <dsp:nvSpPr>
        <dsp:cNvPr id="0" name=""/>
        <dsp:cNvSpPr/>
      </dsp:nvSpPr>
      <dsp:spPr>
        <a:xfrm>
          <a:off x="4252254" y="1349543"/>
          <a:ext cx="556171" cy="556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D8AFB9-5361-4D6E-A28C-D9A8CE8F3764}">
      <dsp:nvSpPr>
        <dsp:cNvPr id="0" name=""/>
        <dsp:cNvSpPr/>
      </dsp:nvSpPr>
      <dsp:spPr>
        <a:xfrm>
          <a:off x="3735809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Healthcare</a:t>
          </a:r>
        </a:p>
      </dsp:txBody>
      <dsp:txXfrm>
        <a:off x="3735809" y="2414215"/>
        <a:ext cx="1589062" cy="635625"/>
      </dsp:txXfrm>
    </dsp:sp>
    <dsp:sp modelId="{7F0BFACB-48B9-4DD8-B9BA-2E1C7F31C363}">
      <dsp:nvSpPr>
        <dsp:cNvPr id="0" name=""/>
        <dsp:cNvSpPr/>
      </dsp:nvSpPr>
      <dsp:spPr>
        <a:xfrm>
          <a:off x="5912824" y="1142964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B5C571-FBA3-4C42-96FD-CD214503ED9E}">
      <dsp:nvSpPr>
        <dsp:cNvPr id="0" name=""/>
        <dsp:cNvSpPr/>
      </dsp:nvSpPr>
      <dsp:spPr>
        <a:xfrm>
          <a:off x="6119402" y="1349543"/>
          <a:ext cx="556171" cy="556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17ABE3-37F3-44F8-BC78-D11445686573}">
      <dsp:nvSpPr>
        <dsp:cNvPr id="0" name=""/>
        <dsp:cNvSpPr/>
      </dsp:nvSpPr>
      <dsp:spPr>
        <a:xfrm>
          <a:off x="5602957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IoT</a:t>
          </a:r>
        </a:p>
      </dsp:txBody>
      <dsp:txXfrm>
        <a:off x="5602957" y="2414215"/>
        <a:ext cx="1589062" cy="635625"/>
      </dsp:txXfrm>
    </dsp:sp>
    <dsp:sp modelId="{8A97D6D7-C2C6-4D38-A58F-5A3083969B45}">
      <dsp:nvSpPr>
        <dsp:cNvPr id="0" name=""/>
        <dsp:cNvSpPr/>
      </dsp:nvSpPr>
      <dsp:spPr>
        <a:xfrm>
          <a:off x="7779973" y="1142964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497257-0E30-4EB7-BA6D-A1F3513F1A1C}">
      <dsp:nvSpPr>
        <dsp:cNvPr id="0" name=""/>
        <dsp:cNvSpPr/>
      </dsp:nvSpPr>
      <dsp:spPr>
        <a:xfrm>
          <a:off x="7986551" y="1349543"/>
          <a:ext cx="556171" cy="556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BB01BE-BDC7-4071-A048-6D24716B1512}">
      <dsp:nvSpPr>
        <dsp:cNvPr id="0" name=""/>
        <dsp:cNvSpPr/>
      </dsp:nvSpPr>
      <dsp:spPr>
        <a:xfrm>
          <a:off x="7470105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Identity management</a:t>
          </a:r>
        </a:p>
      </dsp:txBody>
      <dsp:txXfrm>
        <a:off x="7470105" y="2414215"/>
        <a:ext cx="1589062" cy="635625"/>
      </dsp:txXfrm>
    </dsp:sp>
    <dsp:sp modelId="{80EED600-2EAE-4FBF-882F-DC31884552E0}">
      <dsp:nvSpPr>
        <dsp:cNvPr id="0" name=""/>
        <dsp:cNvSpPr/>
      </dsp:nvSpPr>
      <dsp:spPr>
        <a:xfrm>
          <a:off x="9647121" y="1142964"/>
          <a:ext cx="969328" cy="96932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8D5CA7-7390-464A-81B5-47C6138ACA70}">
      <dsp:nvSpPr>
        <dsp:cNvPr id="0" name=""/>
        <dsp:cNvSpPr/>
      </dsp:nvSpPr>
      <dsp:spPr>
        <a:xfrm>
          <a:off x="9853699" y="1349543"/>
          <a:ext cx="556171" cy="556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9665AA-31FA-47D0-94B3-E7D4E90C8E08}">
      <dsp:nvSpPr>
        <dsp:cNvPr id="0" name=""/>
        <dsp:cNvSpPr/>
      </dsp:nvSpPr>
      <dsp:spPr>
        <a:xfrm>
          <a:off x="9337254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Government</a:t>
          </a:r>
        </a:p>
      </dsp:txBody>
      <dsp:txXfrm>
        <a:off x="9337254" y="2414215"/>
        <a:ext cx="1589062" cy="6356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1E7542-BF02-48EE-8AE1-771510632BF6}">
      <dsp:nvSpPr>
        <dsp:cNvPr id="0" name=""/>
        <dsp:cNvSpPr/>
      </dsp:nvSpPr>
      <dsp:spPr>
        <a:xfrm>
          <a:off x="0" y="424400"/>
          <a:ext cx="6666833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DCD294-A241-4D6C-BACA-F5815F4D5CBE}">
      <dsp:nvSpPr>
        <dsp:cNvPr id="0" name=""/>
        <dsp:cNvSpPr/>
      </dsp:nvSpPr>
      <dsp:spPr>
        <a:xfrm>
          <a:off x="333341" y="70160"/>
          <a:ext cx="4666783" cy="7084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Energy Consumption (PoW)</a:t>
          </a:r>
        </a:p>
      </dsp:txBody>
      <dsp:txXfrm>
        <a:off x="367926" y="104745"/>
        <a:ext cx="4597613" cy="639310"/>
      </dsp:txXfrm>
    </dsp:sp>
    <dsp:sp modelId="{1C902F74-BC79-4CB7-8555-ADDA4982E92D}">
      <dsp:nvSpPr>
        <dsp:cNvPr id="0" name=""/>
        <dsp:cNvSpPr/>
      </dsp:nvSpPr>
      <dsp:spPr>
        <a:xfrm>
          <a:off x="0" y="1513040"/>
          <a:ext cx="6666833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049CF0-5A75-4DBA-AD7C-6956CD9950BE}">
      <dsp:nvSpPr>
        <dsp:cNvPr id="0" name=""/>
        <dsp:cNvSpPr/>
      </dsp:nvSpPr>
      <dsp:spPr>
        <a:xfrm>
          <a:off x="333341" y="1158800"/>
          <a:ext cx="4666783" cy="708480"/>
        </a:xfrm>
        <a:prstGeom prst="round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Privacy Concerns</a:t>
          </a:r>
        </a:p>
      </dsp:txBody>
      <dsp:txXfrm>
        <a:off x="367926" y="1193385"/>
        <a:ext cx="4597613" cy="639310"/>
      </dsp:txXfrm>
    </dsp:sp>
    <dsp:sp modelId="{9C75263B-9C93-415F-B81F-E19321B6A977}">
      <dsp:nvSpPr>
        <dsp:cNvPr id="0" name=""/>
        <dsp:cNvSpPr/>
      </dsp:nvSpPr>
      <dsp:spPr>
        <a:xfrm>
          <a:off x="0" y="2601680"/>
          <a:ext cx="6666833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13E54B-B08E-42FB-A64F-3FF00EBB7186}">
      <dsp:nvSpPr>
        <dsp:cNvPr id="0" name=""/>
        <dsp:cNvSpPr/>
      </dsp:nvSpPr>
      <dsp:spPr>
        <a:xfrm>
          <a:off x="333341" y="2247440"/>
          <a:ext cx="4666783" cy="70848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Interoperability across chains</a:t>
          </a:r>
        </a:p>
      </dsp:txBody>
      <dsp:txXfrm>
        <a:off x="367926" y="2282025"/>
        <a:ext cx="4597613" cy="639310"/>
      </dsp:txXfrm>
    </dsp:sp>
    <dsp:sp modelId="{90ACBE71-3D2F-46C7-8366-4E6C2A3EF95C}">
      <dsp:nvSpPr>
        <dsp:cNvPr id="0" name=""/>
        <dsp:cNvSpPr/>
      </dsp:nvSpPr>
      <dsp:spPr>
        <a:xfrm>
          <a:off x="0" y="3690319"/>
          <a:ext cx="6666833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EDF383-BF2F-4219-9C0D-DF0BEAB3686A}">
      <dsp:nvSpPr>
        <dsp:cNvPr id="0" name=""/>
        <dsp:cNvSpPr/>
      </dsp:nvSpPr>
      <dsp:spPr>
        <a:xfrm>
          <a:off x="333341" y="3336080"/>
          <a:ext cx="4666783" cy="708480"/>
        </a:xfrm>
        <a:prstGeom prst="roundRect">
          <a:avLst/>
        </a:prstGeom>
        <a:gradFill rotWithShape="0">
          <a:gsLst>
            <a:gs pos="0">
              <a:schemeClr val="accent2">
                <a:hueOff val="4832710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10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10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Regulatory Uncertainty</a:t>
          </a:r>
        </a:p>
      </dsp:txBody>
      <dsp:txXfrm>
        <a:off x="367926" y="3370665"/>
        <a:ext cx="4597613" cy="639310"/>
      </dsp:txXfrm>
    </dsp:sp>
    <dsp:sp modelId="{A90238F5-0981-43CB-940E-ABC0DF4310BC}">
      <dsp:nvSpPr>
        <dsp:cNvPr id="0" name=""/>
        <dsp:cNvSpPr/>
      </dsp:nvSpPr>
      <dsp:spPr>
        <a:xfrm>
          <a:off x="0" y="4778959"/>
          <a:ext cx="6666833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359E3E-FEDA-4B0C-BEC3-BDB1A1F4B799}">
      <dsp:nvSpPr>
        <dsp:cNvPr id="0" name=""/>
        <dsp:cNvSpPr/>
      </dsp:nvSpPr>
      <dsp:spPr>
        <a:xfrm>
          <a:off x="333341" y="4424719"/>
          <a:ext cx="4666783" cy="70848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Data Bloat</a:t>
          </a:r>
        </a:p>
      </dsp:txBody>
      <dsp:txXfrm>
        <a:off x="367926" y="4459304"/>
        <a:ext cx="4597613" cy="6393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E27C3C-2637-4B3E-AEED-784EEC7CB597}">
      <dsp:nvSpPr>
        <dsp:cNvPr id="0" name=""/>
        <dsp:cNvSpPr/>
      </dsp:nvSpPr>
      <dsp:spPr>
        <a:xfrm>
          <a:off x="562927" y="788206"/>
          <a:ext cx="1445998" cy="14459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1ED2AB-85B5-4893-8A33-1326411E5BB1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F1AC91-B676-47EC-A254-EFE9A963F90F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Lightweight blockchain for IoT</a:t>
          </a:r>
        </a:p>
      </dsp:txBody>
      <dsp:txXfrm>
        <a:off x="100682" y="2684598"/>
        <a:ext cx="2370489" cy="720000"/>
      </dsp:txXfrm>
    </dsp:sp>
    <dsp:sp modelId="{2AD72C91-375C-4F49-9C79-D66C283A0CAC}">
      <dsp:nvSpPr>
        <dsp:cNvPr id="0" name=""/>
        <dsp:cNvSpPr/>
      </dsp:nvSpPr>
      <dsp:spPr>
        <a:xfrm>
          <a:off x="3348252" y="788206"/>
          <a:ext cx="1445998" cy="14459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FEB587-AD02-4BD2-A079-6E9B9574B6A2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BAC384-D0F1-47D2-8F57-955FCAD3868A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AI/blockchain integration</a:t>
          </a:r>
        </a:p>
      </dsp:txBody>
      <dsp:txXfrm>
        <a:off x="2886007" y="2684598"/>
        <a:ext cx="2370489" cy="720000"/>
      </dsp:txXfrm>
    </dsp:sp>
    <dsp:sp modelId="{848CA10F-0435-4341-A2E9-44A6E2F86EA4}">
      <dsp:nvSpPr>
        <dsp:cNvPr id="0" name=""/>
        <dsp:cNvSpPr/>
      </dsp:nvSpPr>
      <dsp:spPr>
        <a:xfrm>
          <a:off x="6133577" y="788206"/>
          <a:ext cx="1445998" cy="14459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E4CF4E-1F46-4AF6-A760-AB0CE5397A94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0CD79B-CDDB-4545-BB96-3C611E8D64FC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Quantum resistance</a:t>
          </a:r>
        </a:p>
      </dsp:txBody>
      <dsp:txXfrm>
        <a:off x="5671332" y="2684598"/>
        <a:ext cx="2370489" cy="720000"/>
      </dsp:txXfrm>
    </dsp:sp>
    <dsp:sp modelId="{3AE0C552-89A6-4E2D-B7DD-3DAC7AEA4FD3}">
      <dsp:nvSpPr>
        <dsp:cNvPr id="0" name=""/>
        <dsp:cNvSpPr/>
      </dsp:nvSpPr>
      <dsp:spPr>
        <a:xfrm>
          <a:off x="8918902" y="788206"/>
          <a:ext cx="1445998" cy="14459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A976F1-4717-44FE-A5E6-F4377CD37DDE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AD8D42-F052-46D9-8A1A-0BAEAF83C5AF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Cross-chain interoperability</a:t>
          </a:r>
        </a:p>
      </dsp:txBody>
      <dsp:txXfrm>
        <a:off x="8456657" y="2684598"/>
        <a:ext cx="2370489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778F59-C321-4AC5-913B-E0736AE881AA}">
      <dsp:nvSpPr>
        <dsp:cNvPr id="0" name=""/>
        <dsp:cNvSpPr/>
      </dsp:nvSpPr>
      <dsp:spPr>
        <a:xfrm>
          <a:off x="0" y="579719"/>
          <a:ext cx="6253721" cy="71253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Survey of blockchain architecture</a:t>
          </a:r>
        </a:p>
      </dsp:txBody>
      <dsp:txXfrm>
        <a:off x="34783" y="614502"/>
        <a:ext cx="6184155" cy="642964"/>
      </dsp:txXfrm>
    </dsp:sp>
    <dsp:sp modelId="{E6F0E741-6E89-4747-B073-1426B0132F2A}">
      <dsp:nvSpPr>
        <dsp:cNvPr id="0" name=""/>
        <dsp:cNvSpPr/>
      </dsp:nvSpPr>
      <dsp:spPr>
        <a:xfrm>
          <a:off x="0" y="1375769"/>
          <a:ext cx="6253721" cy="712530"/>
        </a:xfrm>
        <a:prstGeom prst="round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Taxonomy of blockchain types</a:t>
          </a:r>
        </a:p>
      </dsp:txBody>
      <dsp:txXfrm>
        <a:off x="34783" y="1410552"/>
        <a:ext cx="6184155" cy="642964"/>
      </dsp:txXfrm>
    </dsp:sp>
    <dsp:sp modelId="{6B9D991B-67F6-40CB-B054-2DFC4D02645C}">
      <dsp:nvSpPr>
        <dsp:cNvPr id="0" name=""/>
        <dsp:cNvSpPr/>
      </dsp:nvSpPr>
      <dsp:spPr>
        <a:xfrm>
          <a:off x="0" y="2171819"/>
          <a:ext cx="6253721" cy="71253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Comparison of consensus protocols</a:t>
          </a:r>
        </a:p>
      </dsp:txBody>
      <dsp:txXfrm>
        <a:off x="34783" y="2206602"/>
        <a:ext cx="6184155" cy="642964"/>
      </dsp:txXfrm>
    </dsp:sp>
    <dsp:sp modelId="{AA3F6639-522E-4346-B85B-3F2CC08515E7}">
      <dsp:nvSpPr>
        <dsp:cNvPr id="0" name=""/>
        <dsp:cNvSpPr/>
      </dsp:nvSpPr>
      <dsp:spPr>
        <a:xfrm>
          <a:off x="0" y="2967870"/>
          <a:ext cx="6253721" cy="712530"/>
        </a:xfrm>
        <a:prstGeom prst="round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Use-case analysis</a:t>
          </a:r>
        </a:p>
      </dsp:txBody>
      <dsp:txXfrm>
        <a:off x="34783" y="3002653"/>
        <a:ext cx="6184155" cy="642964"/>
      </dsp:txXfrm>
    </dsp:sp>
    <dsp:sp modelId="{7B6C7E4F-AF44-474C-8976-251B580E8A84}">
      <dsp:nvSpPr>
        <dsp:cNvPr id="0" name=""/>
        <dsp:cNvSpPr/>
      </dsp:nvSpPr>
      <dsp:spPr>
        <a:xfrm>
          <a:off x="0" y="3763920"/>
          <a:ext cx="6253721" cy="71253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Challenges and future research</a:t>
          </a:r>
        </a:p>
      </dsp:txBody>
      <dsp:txXfrm>
        <a:off x="34783" y="3798703"/>
        <a:ext cx="6184155" cy="6429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14AD8-E81F-9FB0-CD84-24630603E4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8C6430-F95A-A340-064F-99535FC091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0ABFF-409A-0E79-1F49-70F9E31E0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2B72-A847-4D10-A6DF-FB33E0DA6A60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19629-83BB-2901-84B1-248FEE9E7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9D5CF-6DCF-A641-7DD1-00AD0D088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9AC99-9DFA-4833-8536-8C69B1415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755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57ED2-71BB-1801-3E40-C796DC53E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17B56-E5C2-A154-F4D9-DE08BE983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96F5B-45D6-F0DE-0F46-0163F854C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2B72-A847-4D10-A6DF-FB33E0DA6A60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FFDDD-44E1-3FB5-6ECB-C0B02D9C1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4364E-3493-22E0-2523-9ED7D4FF9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9AC99-9DFA-4833-8536-8C69B1415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79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F457E-D109-FDC4-F185-47B64ADFB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76919-672A-9D2C-77C8-D25F6BF83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9D69A-6B4A-2421-104F-8F4B3A218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2B72-A847-4D10-A6DF-FB33E0DA6A60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97C8B-1E47-8C8F-6B1B-CAB5C06F3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0CCB0-976C-83A0-C62C-3AB210F90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9AC99-9DFA-4833-8536-8C69B1415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409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F1FBF-9CA4-BF1A-C07B-ADF96D0B3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4203F-5D2C-06AB-5925-884ABD2950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2F2F24-B1CE-D387-E4EA-133AC887DE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8E096-BC44-59E5-D6AA-607FA2EBD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2B72-A847-4D10-A6DF-FB33E0DA6A60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0A2B6-55FA-AE87-8B64-FC11A5286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4C7253-AB24-65F0-7F43-F75ED0264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9AC99-9DFA-4833-8536-8C69B1415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260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2DB4F-DEB4-C9A6-DF29-DB13573A1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F1452-A264-D452-05FE-3CDF7FF66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67F7C4-B900-D452-F42A-3D5631591F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CF2723-1C82-35C8-C951-A7C815F242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A04771-3A0A-2040-1DA5-632A0AF8AA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D7D0F6-C0BF-68E7-9532-153105AAE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2B72-A847-4D10-A6DF-FB33E0DA6A60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23697C-551E-96EC-A3E8-42023D915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EAA531-AE60-C0A0-7663-7BC6E1675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9AC99-9DFA-4833-8536-8C69B1415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071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8A754-2737-2539-9E40-A4E44B8DE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443234-CB18-C3C5-AD40-78340588B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2B72-A847-4D10-A6DF-FB33E0DA6A60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A70455-12B3-BD68-3C5D-BDF31681E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3421DF-B8C8-C91E-F292-4DCA6BC1B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9AC99-9DFA-4833-8536-8C69B1415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4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8A3DA1-369B-C5E1-E62B-53E468584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2B72-A847-4D10-A6DF-FB33E0DA6A60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FF66EF-2595-4EB0-F660-942446ED1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267D5-3DFB-9CF9-7BF3-374E45578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9AC99-9DFA-4833-8536-8C69B1415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866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AD037-2A79-DE0A-0217-5FC965A15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15C7A-F3CF-EC36-1920-078E0412D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B4DC5A-ABCC-5145-B80D-24D3478061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F1815D-2D67-CA8C-E11B-CC1FAB3F9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2B72-A847-4D10-A6DF-FB33E0DA6A60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12DCE-EB1D-EFA2-F983-DD39DE9DB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3E362E-6A5E-9384-C24D-B8108522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9AC99-9DFA-4833-8536-8C69B1415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621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0E7FE-C168-BE8E-9DB6-477A5EF06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06FB21-79FF-F385-B3A1-12034AA56C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90947C-18A5-5A78-B438-47362137ED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A43CF9-B348-0F88-3B0A-938654B86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2B72-A847-4D10-A6DF-FB33E0DA6A60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C70BC2-2FC8-E3C0-9C30-0D5533C92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053E12-2A50-52A1-561B-41364B063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9AC99-9DFA-4833-8536-8C69B1415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504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5F8E2-F362-96BD-8637-507B7E86B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A5A9FF-B526-B67E-ED1C-F1FE67EA2F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9A1EE-68A3-F9CC-E24C-8D421D0F1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2B72-A847-4D10-A6DF-FB33E0DA6A60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9F6AF-0AAB-D1C2-761C-95FF1D06B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C95A3-2CB3-CEB6-137E-F4A6B6809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9AC99-9DFA-4833-8536-8C69B1415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766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9A0640-94BF-BC78-036C-0D1A3FCE02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FDBFF4-8B38-7C25-55EA-395B826C7B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2B3BE-08EE-AF23-5048-DB41BBE3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B2B72-A847-4D10-A6DF-FB33E0DA6A60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0229E-EE73-BC1B-E397-40664FFA5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501F9-E065-185A-1F61-E9D0CCD5F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9AC99-9DFA-4833-8536-8C69B1415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554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716395-9377-AFE5-785A-5F468BC84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64072-84B4-2B23-FA8F-01B30DA2B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D48A8-0830-89D3-5C8E-49783471AE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DB2B72-A847-4D10-A6DF-FB33E0DA6A60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2507B-76C6-5622-6E24-3CD6AD0E3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5B838-73F3-7EEC-9F6E-658435F21A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D9AC99-9DFA-4833-8536-8C69B1415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243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iencedirect.com/science/article/pii/S131915782100207X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B2221D-D4F0-8E1A-5010-8D58918D94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Blockchain Technology</a:t>
            </a:r>
          </a:p>
        </p:txBody>
      </p:sp>
    </p:spTree>
    <p:extLst>
      <p:ext uri="{BB962C8B-B14F-4D97-AF65-F5344CB8AC3E}">
        <p14:creationId xmlns:p14="http://schemas.microsoft.com/office/powerpoint/2010/main" val="1781584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FC0AA9-D58E-E097-4871-533FDD7FE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What is blockchain?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E7EC5-6394-F7B2-7560-3619D6D466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0855" y="1412489"/>
            <a:ext cx="3427283" cy="4363844"/>
          </a:xfrm>
        </p:spPr>
        <p:txBody>
          <a:bodyPr>
            <a:normAutofit/>
          </a:bodyPr>
          <a:lstStyle/>
          <a:p>
            <a:r>
              <a:rPr lang="en-US" sz="2000"/>
              <a:t>Decentralized</a:t>
            </a:r>
          </a:p>
          <a:p>
            <a:r>
              <a:rPr lang="en-US" sz="2000"/>
              <a:t>Immutable</a:t>
            </a:r>
          </a:p>
          <a:p>
            <a:r>
              <a:rPr lang="en-US" sz="2000"/>
              <a:t>Digital Ledger</a:t>
            </a:r>
          </a:p>
          <a:p>
            <a:r>
              <a:rPr lang="en-US" sz="2000"/>
              <a:t>No Central Authority</a:t>
            </a:r>
          </a:p>
          <a:p>
            <a:r>
              <a:rPr lang="en-US" sz="2000"/>
              <a:t>Cryptographic proofs</a:t>
            </a:r>
          </a:p>
          <a:p>
            <a:endParaRPr lang="en-US" sz="20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1259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D4913A-73AB-7DCD-B091-F878715BA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43BA25-AFE3-95DD-0AF1-56897B60D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12489"/>
            <a:ext cx="2871095" cy="2156621"/>
          </a:xfrm>
        </p:spPr>
        <p:txBody>
          <a:bodyPr anchor="t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Why blockchain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A2A8E-2DA9-7960-10E3-9E6E1FF982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98993" y="1412489"/>
            <a:ext cx="2926080" cy="4363844"/>
          </a:xfrm>
        </p:spPr>
        <p:txBody>
          <a:bodyPr>
            <a:normAutofit/>
          </a:bodyPr>
          <a:lstStyle/>
          <a:p>
            <a:r>
              <a:rPr lang="en-US" sz="2000"/>
              <a:t>Transparency</a:t>
            </a:r>
          </a:p>
          <a:p>
            <a:r>
              <a:rPr lang="en-US" sz="2000"/>
              <a:t>Auditability</a:t>
            </a:r>
          </a:p>
          <a:p>
            <a:r>
              <a:rPr lang="en-US" sz="2000"/>
              <a:t>Tamper resistant</a:t>
            </a:r>
          </a:p>
          <a:p>
            <a:r>
              <a:rPr lang="en-US" sz="2000"/>
              <a:t>Growing adaption across industries</a:t>
            </a:r>
          </a:p>
          <a:p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364324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3BE117-3BB1-2F59-F3DE-F00DC2251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2A3ADC-0372-8D73-50EF-CC90038C6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F7480-CC84-D819-4941-F0DD9C18E9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0855" y="1412489"/>
            <a:ext cx="3427283" cy="4363844"/>
          </a:xfrm>
        </p:spPr>
        <p:txBody>
          <a:bodyPr>
            <a:normAutofit/>
          </a:bodyPr>
          <a:lstStyle/>
          <a:p>
            <a:r>
              <a:rPr lang="en-US" sz="2000"/>
              <a:t>Block = header + list of transactions</a:t>
            </a:r>
          </a:p>
          <a:p>
            <a:r>
              <a:rPr lang="en-US" sz="2000"/>
              <a:t>Header contains:</a:t>
            </a:r>
          </a:p>
          <a:p>
            <a:pPr lvl="1"/>
            <a:r>
              <a:rPr lang="en-US" sz="2000"/>
              <a:t>Previous block hash</a:t>
            </a:r>
          </a:p>
          <a:p>
            <a:pPr lvl="1"/>
            <a:r>
              <a:rPr lang="en-US" sz="2000"/>
              <a:t>Nonce</a:t>
            </a:r>
          </a:p>
          <a:p>
            <a:pPr lvl="1"/>
            <a:r>
              <a:rPr lang="en-US" sz="2000"/>
              <a:t>Timestamp</a:t>
            </a:r>
          </a:p>
          <a:p>
            <a:pPr lvl="1"/>
            <a:r>
              <a:rPr lang="en-US" sz="2000"/>
              <a:t>Merkle tree root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2873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998E7-AF41-06E6-CE44-A9A8BC56A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ECFDF-11D0-4F36-ED9C-0E6EFFBD2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Consensus Mechanisms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DAE62171-9389-D055-78E7-24559F097622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46EC2B-1A7E-6FFB-D10F-D3EA9C2F43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PBFT (Practical Byzantine Fault Tolerance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BF98C8-9638-EBC2-9F1F-FFA4BCFC41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8939" y="2883498"/>
            <a:ext cx="3772426" cy="14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033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FD7B18-48CD-229F-CD1A-B17A2917E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F0CBA0-C310-39AC-431D-A790C6F66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 Cases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68B5ACA5-45EA-D7E6-DE22-6AE90AB2FAE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4210914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0554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50C5D1-2829-C4D5-B9DB-F85A1539A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457726-18D1-FA19-EB49-7CF3914C9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Challenges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7CC93E-AF07-BEB4-A05D-55D631614FF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2761025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0622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7D4E21-287A-64FF-F364-7B05FC700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58FE51-8BC2-1564-AB8C-C5B7B7DBE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Opportunities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C7018F-0E59-AD95-0480-D5D737AEDCF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4513898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29633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E4BAF5-FDE2-F852-7E72-50521CC8F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593D2D-EB17-A142-9B59-96FA664E5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Paper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DBBBA-03EE-32FC-DD63-68DD47AAB1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/>
              <a:t>Paper: </a:t>
            </a:r>
            <a:r>
              <a:rPr lang="en-US" sz="2000" i="1" dirty="0"/>
              <a:t>Blockchain State of the Art: Architecture, Use Cases, Consensus, Challenges, and Opportunities.</a:t>
            </a:r>
          </a:p>
          <a:p>
            <a:r>
              <a:rPr lang="en-US" sz="2000" i="1" dirty="0"/>
              <a:t>Authors: Bela </a:t>
            </a:r>
            <a:r>
              <a:rPr lang="en-US" sz="2000" i="1" dirty="0" err="1"/>
              <a:t>Shrimali</a:t>
            </a:r>
            <a:r>
              <a:rPr lang="en-US" sz="2000" i="1" dirty="0"/>
              <a:t> &amp; Hiren Patel</a:t>
            </a:r>
          </a:p>
          <a:p>
            <a:r>
              <a:rPr lang="en-US" sz="2000" dirty="0"/>
              <a:t>Purpose – As stated in the paper, it “aims to discuss the opportunities, benefits, and challenges of Blockchain technology and to assist the research community in understanding the same.”</a:t>
            </a:r>
          </a:p>
          <a:p>
            <a:r>
              <a:rPr lang="en-US" sz="2000" dirty="0"/>
              <a:t>Problem: Blockchain is promising but still faces “a range of concerns that are yet to be addressed before its wide adoption.”</a:t>
            </a:r>
          </a:p>
          <a:p>
            <a:pPr marL="0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05869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F85015-D971-F840-D580-F4FD4D305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55F5EB9-0964-81F9-EFDF-331F5919C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95992"/>
            <a:ext cx="4195140" cy="5638831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Paper Contributions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AC2222-86B5-B75E-48BD-39E324C3822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70904332"/>
              </p:ext>
            </p:extLst>
          </p:nvPr>
        </p:nvGraphicFramePr>
        <p:xfrm>
          <a:off x="4915947" y="866585"/>
          <a:ext cx="6253722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92973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C40041-5D1A-57F9-E7E6-3F6C7021C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8D436F-9ACD-4C92-AFC8-C934C527A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0538E0-A884-4E60-A6AB-77D830E2F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3478" y="0"/>
            <a:ext cx="465738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43E25D-F3BE-3AF1-8F57-1915E0D2B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1162" y="3050434"/>
            <a:ext cx="3722933" cy="757130"/>
          </a:xfrm>
          <a:ln w="25400" cap="sq">
            <a:solidFill>
              <a:srgbClr val="FFFFFF"/>
            </a:solidFill>
            <a:miter lim="800000"/>
          </a:ln>
        </p:spPr>
        <p:txBody>
          <a:bodyPr wrap="square">
            <a:normAutofit/>
          </a:bodyPr>
          <a:lstStyle/>
          <a:p>
            <a:pPr algn="ctr"/>
            <a:r>
              <a:rPr lang="en-US" sz="2800">
                <a:solidFill>
                  <a:srgbClr val="FFFFFF"/>
                </a:solidFill>
              </a:rPr>
              <a:t>Personal Reflection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0D7DD0-1C67-4D4C-9E06-678233DB8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53478" cy="6858000"/>
          </a:xfrm>
          <a:prstGeom prst="rect">
            <a:avLst/>
          </a:prstGeom>
          <a:solidFill>
            <a:srgbClr val="40404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AB08D-FC5B-BC0E-D245-E085C050A8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74536" y="640080"/>
            <a:ext cx="5053066" cy="2546604"/>
          </a:xfrm>
        </p:spPr>
        <p:txBody>
          <a:bodyPr>
            <a:normAutofit/>
          </a:bodyPr>
          <a:lstStyle/>
          <a:p>
            <a:r>
              <a:rPr lang="en-US" sz="2000"/>
              <a:t>Most Interesting:</a:t>
            </a:r>
          </a:p>
          <a:p>
            <a:pPr lvl="1"/>
            <a:r>
              <a:rPr lang="en-US" sz="2000"/>
              <a:t>Evolution from Blockchain 1.0 to 4.0</a:t>
            </a:r>
          </a:p>
          <a:p>
            <a:pPr lvl="1"/>
            <a:r>
              <a:rPr lang="en-US" sz="2000"/>
              <a:t>Permissioned vs permissionless tradeoffs</a:t>
            </a:r>
          </a:p>
          <a:p>
            <a:pPr lvl="1"/>
            <a:r>
              <a:rPr lang="en-US" sz="2000"/>
              <a:t>Consensus diversity (PoW vs PBFT vs PoS)</a:t>
            </a:r>
          </a:p>
          <a:p>
            <a:pPr lvl="1"/>
            <a:endParaRPr lang="en-US" sz="20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D4AE76-AFCC-F98B-7E12-1D9DE77C62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0204" y="3671315"/>
            <a:ext cx="5057398" cy="2546605"/>
          </a:xfrm>
        </p:spPr>
        <p:txBody>
          <a:bodyPr>
            <a:normAutofit/>
          </a:bodyPr>
          <a:lstStyle/>
          <a:p>
            <a:r>
              <a:rPr lang="en-US" sz="2000"/>
              <a:t>Paper Strengths:</a:t>
            </a:r>
          </a:p>
          <a:p>
            <a:pPr lvl="1"/>
            <a:r>
              <a:rPr lang="en-US" sz="2000"/>
              <a:t>Very comprehensive</a:t>
            </a:r>
          </a:p>
          <a:p>
            <a:pPr lvl="1"/>
            <a:r>
              <a:rPr lang="en-US" sz="2000"/>
              <a:t>Strong technical grounding</a:t>
            </a:r>
          </a:p>
        </p:txBody>
      </p:sp>
    </p:spTree>
    <p:extLst>
      <p:ext uri="{BB962C8B-B14F-4D97-AF65-F5344CB8AC3E}">
        <p14:creationId xmlns:p14="http://schemas.microsoft.com/office/powerpoint/2010/main" val="2446488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C99918-CA63-2C74-A406-DC81135FF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A5CB46-9C73-8FBA-4F5D-4223CBF8D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82554-B351-8BC7-C9B3-EE2CF472EF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0855" y="1412489"/>
            <a:ext cx="3427283" cy="4363844"/>
          </a:xfrm>
        </p:spPr>
        <p:txBody>
          <a:bodyPr>
            <a:normAutofit/>
          </a:bodyPr>
          <a:lstStyle/>
          <a:p>
            <a:r>
              <a:rPr lang="en-US" sz="1900"/>
              <a:t>Over the years blockchain has evolved from a simple mechanism to a tool that has the ability to be a digital cornerstone in every industry. As time continues, further development and fine tuning of blockchain technology will play a pivotal  role in the onset of the technological revolution and be as essential as improvements in AI and quantum computing.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3914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75942-1D29-AB75-FF79-34DE05732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D8114-828F-AC65-3CEA-38D2B0CD5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98314-D010-2681-6C5D-BD328DD38F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1067288" cy="4351338"/>
          </a:xfrm>
        </p:spPr>
        <p:txBody>
          <a:bodyPr/>
          <a:lstStyle/>
          <a:p>
            <a:r>
              <a:rPr lang="en-US" dirty="0"/>
              <a:t>Geeks for Geeks (2025) Practical Byzantine Fault Tolerance (</a:t>
            </a:r>
            <a:r>
              <a:rPr lang="en-US" dirty="0" err="1"/>
              <a:t>pBFT</a:t>
            </a:r>
            <a:r>
              <a:rPr lang="en-US" dirty="0"/>
              <a:t>)</a:t>
            </a:r>
          </a:p>
          <a:p>
            <a:r>
              <a:rPr lang="en-US" dirty="0"/>
              <a:t>Vielhaber, et al (2026) Proof of Work (PoW): Ethereum.org</a:t>
            </a:r>
          </a:p>
          <a:p>
            <a:r>
              <a:rPr lang="en-US" dirty="0" err="1"/>
              <a:t>Shrimali</a:t>
            </a:r>
            <a:r>
              <a:rPr lang="en-US" dirty="0"/>
              <a:t> &amp; Patel (2021) </a:t>
            </a:r>
            <a:r>
              <a:rPr lang="en-US" i="1" dirty="0"/>
              <a:t>Blockchain State of the Art: Architecture, Use Cases, Consensus, Challenges, and Opportunities </a:t>
            </a:r>
            <a:r>
              <a:rPr lang="en-US" i="1" dirty="0">
                <a:hlinkClick r:id="rId2"/>
              </a:rPr>
              <a:t>https://www.sciencedirect.com/science/article/pii/S131915782100207X</a:t>
            </a:r>
            <a:endParaRPr lang="en-US" i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471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1495</TotalTime>
  <Words>390</Words>
  <Application>Microsoft Office PowerPoint</Application>
  <PresentationFormat>Widescreen</PresentationFormat>
  <Paragraphs>74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Blockchain Technology</vt:lpstr>
      <vt:lpstr>What is blockchain?</vt:lpstr>
      <vt:lpstr>Why blockchain matters</vt:lpstr>
      <vt:lpstr>Architecture</vt:lpstr>
      <vt:lpstr>Consensus Mechanisms</vt:lpstr>
      <vt:lpstr>Use Cases</vt:lpstr>
      <vt:lpstr>Challenges</vt:lpstr>
      <vt:lpstr>Opportunities</vt:lpstr>
      <vt:lpstr>Paper Overview</vt:lpstr>
      <vt:lpstr>Paper Contributions</vt:lpstr>
      <vt:lpstr>Personal Reflection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Henson</dc:creator>
  <cp:lastModifiedBy>Tyler Henson</cp:lastModifiedBy>
  <cp:revision>1</cp:revision>
  <dcterms:created xsi:type="dcterms:W3CDTF">2026-07-06T15:06:45Z</dcterms:created>
  <dcterms:modified xsi:type="dcterms:W3CDTF">2026-07-07T20:32:04Z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7dc082b-fbc4-403f-bec2-11054089ef21_Enabled">
    <vt:lpwstr>true</vt:lpwstr>
  </property>
  <property fmtid="{D5CDD505-2E9C-101B-9397-08002B2CF9AE}" pid="3" name="MSIP_Label_b7dc082b-fbc4-403f-bec2-11054089ef21_SetDate">
    <vt:lpwstr>2026-07-06T17:41:38Z</vt:lpwstr>
  </property>
  <property fmtid="{D5CDD505-2E9C-101B-9397-08002B2CF9AE}" pid="4" name="MSIP_Label_b7dc082b-fbc4-403f-bec2-11054089ef21_Method">
    <vt:lpwstr>Standard</vt:lpwstr>
  </property>
  <property fmtid="{D5CDD505-2E9C-101B-9397-08002B2CF9AE}" pid="5" name="MSIP_Label_b7dc082b-fbc4-403f-bec2-11054089ef21_Name">
    <vt:lpwstr>Trinity General Use Data</vt:lpwstr>
  </property>
  <property fmtid="{D5CDD505-2E9C-101B-9397-08002B2CF9AE}" pid="6" name="MSIP_Label_b7dc082b-fbc4-403f-bec2-11054089ef21_SiteId">
    <vt:lpwstr>e0a679e1-5dc6-479a-981c-590df100ae50</vt:lpwstr>
  </property>
  <property fmtid="{D5CDD505-2E9C-101B-9397-08002B2CF9AE}" pid="7" name="MSIP_Label_b7dc082b-fbc4-403f-bec2-11054089ef21_ActionId">
    <vt:lpwstr>81f1e78b-0e9b-4c19-aad1-623458960bd2</vt:lpwstr>
  </property>
  <property fmtid="{D5CDD505-2E9C-101B-9397-08002B2CF9AE}" pid="8" name="MSIP_Label_b7dc082b-fbc4-403f-bec2-11054089ef21_ContentBits">
    <vt:lpwstr>0</vt:lpwstr>
  </property>
  <property fmtid="{D5CDD505-2E9C-101B-9397-08002B2CF9AE}" pid="9" name="MSIP_Label_b7dc082b-fbc4-403f-bec2-11054089ef21_Tag">
    <vt:lpwstr>10, 3, 0, 1</vt:lpwstr>
  </property>
</Properties>
</file>